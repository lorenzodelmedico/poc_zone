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df08274cd4566" /><Relationship Type="http://schemas.openxmlformats.org/officeDocument/2006/relationships/extended-properties" Target="/docProps/app.xml" Id="Rf01a10330a6440ef" /><Relationship Type="http://schemas.openxmlformats.org/officeDocument/2006/relationships/officeDocument" Target="/ppt/presentation.xml" Id="Rb1428b79ff08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a08c5716924b8b"/>
  </p:sldMasterIdLst>
  <p:notesMasterIdLst>
    <p:notesMasterId xmlns:r="http://schemas.openxmlformats.org/officeDocument/2006/relationships" r:id="R22f5a0965f6a4eea"/>
  </p:notesMasterIdLst>
  <p:sldIdLst>
    <p:sldId xmlns:r="http://schemas.openxmlformats.org/officeDocument/2006/relationships" id="256" r:id="Rb2e4d1dd251a4611"/>
    <p:sldId xmlns:r="http://schemas.openxmlformats.org/officeDocument/2006/relationships" id="257" r:id="Rbb77953bf45b4993"/>
    <p:sldId xmlns:r="http://schemas.openxmlformats.org/officeDocument/2006/relationships" id="258" r:id="R28c487ac6f5e49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2fd4b85fc480e" /><Relationship Type="http://schemas.openxmlformats.org/officeDocument/2006/relationships/slideMaster" Target="/ppt/slideMasters/slideMaster1.xml" Id="R13a08c5716924b8b" /><Relationship Type="http://schemas.openxmlformats.org/officeDocument/2006/relationships/notesMaster" Target="/ppt/notesMasters/notesMaster1.xml" Id="R22f5a0965f6a4eea" /><Relationship Type="http://schemas.openxmlformats.org/officeDocument/2006/relationships/presProps" Target="/ppt/presProps.xml" Id="Ra5fed5194f984518" /><Relationship Type="http://schemas.openxmlformats.org/officeDocument/2006/relationships/tableStyles" Target="/ppt/tableStyles.xml" Id="R4f2e7149304b450f" /><Relationship Type="http://schemas.openxmlformats.org/officeDocument/2006/relationships/slide" Target="/ppt/slides/slide1.xml" Id="Rb2e4d1dd251a4611" /><Relationship Type="http://schemas.openxmlformats.org/officeDocument/2006/relationships/slide" Target="/ppt/slides/slide2.xml" Id="Rbb77953bf45b4993" /><Relationship Type="http://schemas.openxmlformats.org/officeDocument/2006/relationships/slide" Target="/ppt/slides/slide3.xml" Id="R28c487ac6f5e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51459fd270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55f969ec944f2" /><Relationship Type="http://schemas.openxmlformats.org/officeDocument/2006/relationships/notesMaster" Target="/ppt/notesMasters/notesMaster1.xml" Id="R9f1db5192ad243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fc34ef97148bf" /><Relationship Type="http://schemas.openxmlformats.org/officeDocument/2006/relationships/notesMaster" Target="/ppt/notesMasters/notesMaster1.xml" Id="R1b1a922bb5984b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681486299d45f9" /><Relationship Type="http://schemas.openxmlformats.org/officeDocument/2006/relationships/notesMaster" Target="/ppt/notesMasters/notesMaster1.xml" Id="Rc8c7395677ef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ba4658ad043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eb4f266d840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4b19fb680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585b85f8047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4aa302dca46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29c77c1c140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BE1A1C-7368-421D-8915-123307801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F2AD95-CA3D-44D6-BA5E-24CCFB088D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5192EF-34E3-44BD-BCA5-68EBD5C24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6DA1D3-1744-4D04-B685-CB8F14171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6B57BE-D633-4C52-8CED-26F2BB339D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DD2ED2-5E51-4BA5-BCF3-B4B1900C1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E11094-0315-4984-B4E1-44B53BB73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1E13D0-7A4F-488B-A227-18892A3037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FD59F-8DE8-4C89-8809-35D326856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BD48F2-ED5A-4D34-916A-124218347A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53c216c5044bf" /><Relationship Type="http://schemas.openxmlformats.org/officeDocument/2006/relationships/slideLayout" Target="/ppt/slideLayouts/slideLayout1.xml" Id="R0fb33ad9645e4c07" /><Relationship Type="http://schemas.openxmlformats.org/officeDocument/2006/relationships/slideLayout" Target="/ppt/slideLayouts/slideLayout2.xml" Id="Rda339963fac14a33" /><Relationship Type="http://schemas.openxmlformats.org/officeDocument/2006/relationships/slideLayout" Target="/ppt/slideLayouts/slideLayout3.xml" Id="Rce4720951ead46a4" /><Relationship Type="http://schemas.openxmlformats.org/officeDocument/2006/relationships/slideLayout" Target="/ppt/slideLayouts/slideLayout4.xml" Id="Rae0ed60a91ff44a0" /><Relationship Type="http://schemas.openxmlformats.org/officeDocument/2006/relationships/slideLayout" Target="/ppt/slideLayouts/slideLayout5.xml" Id="R8f7a1b5535f44ff5" /><Relationship Type="http://schemas.openxmlformats.org/officeDocument/2006/relationships/slideLayout" Target="/ppt/slideLayouts/slideLayout6.xml" Id="Rfa55bbbbeec6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33ad9645e4c07"/>
    <p:sldLayoutId xmlns:r="http://schemas.openxmlformats.org/officeDocument/2006/relationships" id="2147483650" r:id="Rda339963fac14a33"/>
    <p:sldLayoutId xmlns:r="http://schemas.openxmlformats.org/officeDocument/2006/relationships" id="2147483651" r:id="Rce4720951ead46a4"/>
    <p:sldLayoutId xmlns:r="http://schemas.openxmlformats.org/officeDocument/2006/relationships" id="2147483652" r:id="Rae0ed60a91ff44a0"/>
    <p:sldLayoutId xmlns:r="http://schemas.openxmlformats.org/officeDocument/2006/relationships" id="2147483653" r:id="R8f7a1b5535f44ff5"/>
    <p:sldLayoutId xmlns:r="http://schemas.openxmlformats.org/officeDocument/2006/relationships" id="2147483654" r:id="Rfa55bbbbeec6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dbe90e6a64804" /><Relationship Type="http://schemas.openxmlformats.org/officeDocument/2006/relationships/notesSlide" Target="/ppt/notesSlides/notesSlide1.xml" Id="Rfb517503ee904f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b3db036e94a7f" /><Relationship Type="http://schemas.openxmlformats.org/officeDocument/2006/relationships/notesSlide" Target="/ppt/notesSlides/notesSlide2.xml" Id="Rf2802948879b4d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00cdde1014d80" /><Relationship Type="http://schemas.openxmlformats.org/officeDocument/2006/relationships/notesSlide" Target="/ppt/notesSlides/notesSlide3.xml" Id="Ra6e062f1a6e141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1074EB-A22D-4953-BF10-314B07A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Modèles ML / LLM</a:t>
            </a:r>
          </a:p>
        </p:txBody>
      </p:sp>
      <p:sp>
        <p:nvSpPr>
          <p:cNvPr id="2" name="row-heading">
            <a:extLst xmlns:a="http://schemas.openxmlformats.org/drawingml/2006/main">
              <a:ext uri="{FF2B5EF4-FFF2-40B4-BE49-F238E27FC236}">
                <a16:creationId xmlns:a16="http://schemas.microsoft.com/office/drawing/2014/main" id="{270F8F35-77C1-4994-9530-3E853EB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Modèle ML / LLM</a:t>
            </a:r>
          </a:p>
        </p:txBody>
      </p:sp>
      <p:sp>
        <p:nvSpPr>
          <p:cNvPr id="3" name="model-1">
            <a:extLst xmlns:a="http://schemas.openxmlformats.org/drawingml/2006/main">
              <a:ext uri="{FF2B5EF4-FFF2-40B4-BE49-F238E27FC236}">
                <a16:creationId xmlns:a16="http://schemas.microsoft.com/office/drawing/2014/main" id="{58E1B80E-7F00-4720-AB50-C23A4B6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rPr>
              <a:t>[Modèle 1]</a:t>
            </a:r>
          </a:p>
        </p:txBody>
      </p:sp>
      <p:sp>
        <p:nvSpPr>
          <p:cNvPr id="4" name="model-2">
            <a:extLst xmlns:a="http://schemas.openxmlformats.org/drawingml/2006/main">
              <a:ext uri="{FF2B5EF4-FFF2-40B4-BE49-F238E27FC236}">
                <a16:creationId xmlns:a16="http://schemas.microsoft.com/office/drawing/2014/main" id="{A132621F-4E15-4F95-8BD9-1702EFFA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rPr>
              <a:t>[Modèle 2]</a:t>
            </a:r>
          </a:p>
        </p:txBody>
      </p:sp>
      <p:sp>
        <p:nvSpPr>
          <p:cNvPr id="5" name="model-3">
            <a:extLst xmlns:a="http://schemas.openxmlformats.org/drawingml/2006/main">
              <a:ext uri="{FF2B5EF4-FFF2-40B4-BE49-F238E27FC236}">
                <a16:creationId xmlns:a16="http://schemas.microsoft.com/office/drawing/2014/main" id="{B6093915-16F3-4741-89BF-EA73EBEE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rPr>
              <a:t>[Modèle 3]</a:t>
            </a:r>
          </a:p>
        </p:txBody>
      </p:sp>
      <p:sp>
        <p:nvSpPr>
          <p:cNvPr id="6" name="model-4">
            <a:extLst xmlns:a="http://schemas.openxmlformats.org/drawingml/2006/main">
              <a:ext uri="{FF2B5EF4-FFF2-40B4-BE49-F238E27FC236}">
                <a16:creationId xmlns:a16="http://schemas.microsoft.com/office/drawing/2014/main" id="{3729350D-7975-49A0-A9BC-DB4CB57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rPr>
              <a:t>[Modèle 4]</a:t>
            </a:r>
          </a:p>
        </p:txBody>
      </p:sp>
      <p:sp>
        <p:nvSpPr>
          <p:cNvPr id="7" name="model-5">
            <a:extLst xmlns:a="http://schemas.openxmlformats.org/drawingml/2006/main">
              <a:ext uri="{FF2B5EF4-FFF2-40B4-BE49-F238E27FC236}">
                <a16:creationId xmlns:a16="http://schemas.microsoft.com/office/drawing/2014/main" id="{66BA36D4-0C3A-4651-9108-F081999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6D7C8B"/>
                </a:solidFill>
                <a:latin typeface="Bitstream Charter"/>
                <a:ea typeface="Bitstream Charter"/>
                <a:cs typeface="Bitstream Charter"/>
              </a:rPr>
              <a:t>[Modèle 5]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C7F13-2831-4577-AF43-85EA39E6C50F}"/>
              </a:ext>
            </a:extLst>
          </p:cNvPr>
          <p:cNvGraphicFramePr/>
          <p:nvPr/>
        </p:nvGraphicFramePr>
        <p:xfrm>
          <a:off xmlns:a="http://schemas.openxmlformats.org/drawingml/2006/main" x="2914650" y="1504950"/>
          <a:ext xmlns:a="http://schemas.openxmlformats.org/drawingml/2006/main" cx="866775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2952750"/>
                <a:gridCol w="2857500"/>
              </a:tblGrid>
              <a:tr h="8382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Fonctionnalité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T w="9525">
                      <a:solidFill>
                        <a:srgbClr val="D7DFE7"/>
                      </a:solidFill>
                      <a:prstDash val="solid"/>
                    </a:lnT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Rapidité de la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réponse attendue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T w="9525">
                      <a:solidFill>
                        <a:srgbClr val="D7DFE7"/>
                      </a:solidFill>
                      <a:prstDash val="solid"/>
                    </a:lnT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Complexité de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la tâche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T w="9525">
                      <a:solidFill>
                        <a:srgbClr val="D7DFE7"/>
                      </a:solidFill>
                      <a:prstDash val="solid"/>
                    </a:lnT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7239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</a:tr>
              <a:tr h="7239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</a:tr>
              <a:tr h="7239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7"/>
                      </a:solidFill>
                      <a:prstDash val="solid"/>
                    </a:lnL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E4052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7"/>
                      </a:solidFill>
                      <a:prstDash val="solid"/>
                    </a:lnR>
                    <a:lnB w="9525">
                      <a:solidFill>
                        <a:srgbClr val="D7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122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3F1202-19FA-4278-9EBD-41D6628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Lorem ipsum</a:t>
            </a:r>
          </a:p>
        </p:txBody>
      </p:sp>
      <p:sp>
        <p:nvSpPr>
          <p:cNvPr id="2" name="five-bullets">
            <a:extLst xmlns:a="http://schemas.openxmlformats.org/drawingml/2006/main">
              <a:ext uri="{FF2B5EF4-FFF2-40B4-BE49-F238E27FC236}">
                <a16:creationId xmlns:a16="http://schemas.microsoft.com/office/drawing/2014/main" id="{8AC33E7D-9D85-40E6-B6A3-B9F09F5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 marL="254000" indent="-127000">
              <a:spcAft>
                <a:spcPts val="2800"/>
              </a:spcAft>
              <a:buChar char="•"/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Lorem ipsum dolor sit amet.</a:t>
            </a:r>
          </a:p>
          <a:p xmlns:a="http://schemas.openxmlformats.org/drawingml/2006/main">
            <a:pPr marL="254000" indent="-127000">
              <a:spcAft>
                <a:spcPts val="2800"/>
              </a:spcAft>
              <a:buChar char="•"/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Consectetur adipiscing elit.</a:t>
            </a:r>
          </a:p>
          <a:p xmlns:a="http://schemas.openxmlformats.org/drawingml/2006/main">
            <a:pPr marL="254000" indent="-127000">
              <a:spcAft>
                <a:spcPts val="2800"/>
              </a:spcAft>
              <a:buChar char="•"/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Sed do eiusmod tempor incididunt.</a:t>
            </a:r>
          </a:p>
          <a:p xmlns:a="http://schemas.openxmlformats.org/drawingml/2006/main">
            <a:pPr marL="254000" indent="-127000">
              <a:spcAft>
                <a:spcPts val="2800"/>
              </a:spcAft>
              <a:buChar char="•"/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Ut labore et dolore magna aliqua.</a:t>
            </a:r>
          </a:p>
          <a:p xmlns:a="http://schemas.openxmlformats.org/drawingml/2006/main">
            <a:pPr marL="254000" indent="-127000">
              <a:spcAft>
                <a:spcPts val="2800"/>
              </a:spcAft>
              <a:buChar char="•"/>
              <a:defRPr sz="24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Ut enim ad minim veniam.</a:t>
            </a:r>
          </a:p>
        </p:txBody>
      </p:sp>
    </p:spTree>
    <p:extLst>
      <p:ext uri="{BB962C8B-B14F-4D97-AF65-F5344CB8AC3E}">
        <p14:creationId xmlns:p14="http://schemas.microsoft.com/office/powerpoint/2010/main" val="1194883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703864-DFFC-4516-B43B-121CD63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Lorem ipsum</a:t>
            </a:r>
          </a:p>
        </p:txBody>
      </p:sp>
      <p:sp>
        <p:nvSpPr>
          <p:cNvPr id="2" name="block-1">
            <a:extLst xmlns:a="http://schemas.openxmlformats.org/drawingml/2006/main">
              <a:ext uri="{FF2B5EF4-FFF2-40B4-BE49-F238E27FC236}">
                <a16:creationId xmlns:a16="http://schemas.microsoft.com/office/drawing/2014/main" id="{617BF68C-5F31-4171-A0D7-06244438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530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lock-title-1">
            <a:extLst xmlns:a="http://schemas.openxmlformats.org/drawingml/2006/main">
              <a:ext uri="{FF2B5EF4-FFF2-40B4-BE49-F238E27FC236}">
                <a16:creationId xmlns:a16="http://schemas.microsoft.com/office/drawing/2014/main" id="{C3492556-7C0D-4FCE-80DB-19D466B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Lorem ipsum 1</a:t>
            </a:r>
          </a:p>
        </p:txBody>
      </p:sp>
      <p:sp>
        <p:nvSpPr>
          <p:cNvPr id="4" name="block-bullets-1">
            <a:extLst xmlns:a="http://schemas.openxmlformats.org/drawingml/2006/main">
              <a:ext uri="{FF2B5EF4-FFF2-40B4-BE49-F238E27FC236}">
                <a16:creationId xmlns:a16="http://schemas.microsoft.com/office/drawing/2014/main" id="{41A8670A-DFE0-45E7-8856-6C2537D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7434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Lorem ipsum dolor sit amet.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Consectetur adipiscing elit.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Sed do eiusmod tempor.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Ut labore et dolore magna.</a:t>
            </a:r>
          </a:p>
        </p:txBody>
      </p:sp>
      <p:sp>
        <p:nvSpPr>
          <p:cNvPr id="5" name="block-2">
            <a:extLst xmlns:a="http://schemas.openxmlformats.org/drawingml/2006/main">
              <a:ext uri="{FF2B5EF4-FFF2-40B4-BE49-F238E27FC236}">
                <a16:creationId xmlns:a16="http://schemas.microsoft.com/office/drawing/2014/main" id="{5A02B19E-799A-4541-8AA1-9195AAB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3530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lock-title-2">
            <a:extLst xmlns:a="http://schemas.openxmlformats.org/drawingml/2006/main">
              <a:ext uri="{FF2B5EF4-FFF2-40B4-BE49-F238E27FC236}">
                <a16:creationId xmlns:a16="http://schemas.microsoft.com/office/drawing/2014/main" id="{AE567B29-6BD9-4407-BA0C-5AD9959B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Lorem ipsum 2</a:t>
            </a:r>
          </a:p>
        </p:txBody>
      </p:sp>
      <p:sp>
        <p:nvSpPr>
          <p:cNvPr id="7" name="block-bullets-2">
            <a:extLst xmlns:a="http://schemas.openxmlformats.org/drawingml/2006/main">
              <a:ext uri="{FF2B5EF4-FFF2-40B4-BE49-F238E27FC236}">
                <a16:creationId xmlns:a16="http://schemas.microsoft.com/office/drawing/2014/main" id="{F6D791BA-B902-4441-8B4F-6BD52C25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47434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Lorem ipsum dolor sit amet.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Consectetur adipiscing elit.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Sed do eiusmod tempor.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2100" b="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2E4052"/>
                </a:solidFill>
                <a:latin typeface="Bitstream Charter"/>
                <a:ea typeface="Bitstream Charter"/>
                <a:cs typeface="Bitstream Charter"/>
              </a:rPr>
              <a:t>Ut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858277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2026-10-21T16:55:48.8020000Z</dcterms:created>
  <dcterms:modified xsi:type="dcterms:W3CDTF">2026-10-21T16:55:48.8020000Z</dcterms:modified>
</coreProperties>
</file>