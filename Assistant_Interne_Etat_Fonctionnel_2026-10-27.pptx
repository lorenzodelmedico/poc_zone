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6a05c796154c1c" /><Relationship Type="http://schemas.openxmlformats.org/officeDocument/2006/relationships/extended-properties" Target="/docProps/app.xml" Id="R8743aa54388c4a7f" /><Relationship Type="http://schemas.openxmlformats.org/officeDocument/2006/relationships/officeDocument" Target="/ppt/presentation.xml" Id="R21ec1bc0974d4e98" /></Relationships>
</file>

<file path=ppt/presentation.xml><?xml version="1.0" encoding="utf-8"?>
<p:presentation xmlns:p="http://schemas.openxmlformats.org/presentationml/2006/main">
  <p:sldMasterIdLst>
    <p:sldMasterId xmlns:r="http://schemas.openxmlformats.org/officeDocument/2006/relationships" id="2147483648" r:id="R89863323d6b84fe3"/>
  </p:sldMasterIdLst>
  <p:notesMasterIdLst>
    <p:notesMasterId xmlns:r="http://schemas.openxmlformats.org/officeDocument/2006/relationships" r:id="Rb1ffadbc2fbf4fff"/>
  </p:notesMasterIdLst>
  <p:sldIdLst>
    <p:sldId xmlns:r="http://schemas.openxmlformats.org/officeDocument/2006/relationships" id="256" r:id="R8a0ae09f222f41e3"/>
    <p:sldId xmlns:r="http://schemas.openxmlformats.org/officeDocument/2006/relationships" id="257" r:id="Rbf025cef420f4a46"/>
    <p:sldId xmlns:r="http://schemas.openxmlformats.org/officeDocument/2006/relationships" id="258" r:id="R8d55682133294b77"/>
    <p:sldId xmlns:r="http://schemas.openxmlformats.org/officeDocument/2006/relationships" id="259" r:id="Re1a03887c4ae4908"/>
    <p:sldId xmlns:r="http://schemas.openxmlformats.org/officeDocument/2006/relationships" id="260" r:id="Rc24170bebacc49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97cc252cf94ab9" /><Relationship Type="http://schemas.openxmlformats.org/officeDocument/2006/relationships/slideMaster" Target="/ppt/slideMasters/slideMaster1.xml" Id="R89863323d6b84fe3" /><Relationship Type="http://schemas.openxmlformats.org/officeDocument/2006/relationships/notesMaster" Target="/ppt/notesMasters/notesMaster1.xml" Id="Rb1ffadbc2fbf4fff" /><Relationship Type="http://schemas.openxmlformats.org/officeDocument/2006/relationships/presProps" Target="/ppt/presProps.xml" Id="R1689dc4d02dd4173" /><Relationship Type="http://schemas.openxmlformats.org/officeDocument/2006/relationships/tableStyles" Target="/ppt/tableStyles.xml" Id="Rdff482240bee485f" /><Relationship Type="http://schemas.openxmlformats.org/officeDocument/2006/relationships/slide" Target="/ppt/slides/slide1.xml" Id="R8a0ae09f222f41e3" /><Relationship Type="http://schemas.openxmlformats.org/officeDocument/2006/relationships/slide" Target="/ppt/slides/slide2.xml" Id="Rbf025cef420f4a46" /><Relationship Type="http://schemas.openxmlformats.org/officeDocument/2006/relationships/slide" Target="/ppt/slides/slide3.xml" Id="R8d55682133294b77" /><Relationship Type="http://schemas.openxmlformats.org/officeDocument/2006/relationships/slide" Target="/ppt/slides/slide4.xml" Id="Re1a03887c4ae4908" /><Relationship Type="http://schemas.openxmlformats.org/officeDocument/2006/relationships/slide" Target="/ppt/slides/slide5.xml" Id="Rc24170bebacc49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007c14cc0344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ad4fbeebfd4f6a" /><Relationship Type="http://schemas.openxmlformats.org/officeDocument/2006/relationships/notesMaster" Target="/ppt/notesMasters/notesMaster1.xml" Id="Rd113efa3699c40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fe25b912de4f80" /><Relationship Type="http://schemas.openxmlformats.org/officeDocument/2006/relationships/notesMaster" Target="/ppt/notesMasters/notesMaster1.xml" Id="Rc2ddb1bd80154f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b51e1270d4447a" /><Relationship Type="http://schemas.openxmlformats.org/officeDocument/2006/relationships/notesMaster" Target="/ppt/notesMasters/notesMaster1.xml" Id="R3a721d1cb4374f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da46a170c84d3a" /><Relationship Type="http://schemas.openxmlformats.org/officeDocument/2006/relationships/notesMaster" Target="/ppt/notesMasters/notesMaster1.xml" Id="R27f61396baea4e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5636e7aac740bc" /><Relationship Type="http://schemas.openxmlformats.org/officeDocument/2006/relationships/notesMaster" Target="/ppt/notesMasters/notesMaster1.xml" Id="R7f647e71f0d445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Etat_Fonctionnel_Assistant_Interne_2026-10-26.md, bilan utilisateur du 27/10/2026. Synthèse des livraisons et retours, sans audit du dernier checkout du poste.</a:t>
            </a:r>
          </a:p>
          <a:p xmlns:a="http://schemas.openxmlformats.org/drawingml/2006/main">
            <a:r>
              <a:t>Deux dépôts : le kit et le projet cible. Le relais et les outils MCP fonctionnent sans Streamlit. Le connecteur docs_mcp/search_docs ne conditionne pas les accès Confluence directs. Authentification des modèles et token Confluence distincts.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Etat_Fonctionnel_Assistant_Interne_2026-10-26.md, bilan utilisateur du 27/10/2026. Synthèse des livraisons et retours, sans audit du dernier checkout du poste.</a:t>
            </a:r>
          </a:p>
          <a:p xmlns:a="http://schemas.openxmlformats.org/drawingml/2006/main">
            <a:r>
              <a:t>Sources complémentaires : Correctif_Verification_Modifications_2026-10-26.md ; Complements_Confluence_Tests_References_2026-10-27.md ; Rectificatif_Harness_Profils_Limites_2026-10-27.md. verify_changes relit la cible et contrôle des critères explicites. read_reference ouvre des dépôts déclarés dans read_repositories. run_project_test utilise un fichier autonome sous tests/agent/, le venv du projet cible et load_dotenv. Aucun import productif ne doit dépendre des fichiers de test. L’outil edit_existing_file défaillant reste exclu.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Etat_Fonctionnel_Assistant_Interne_2026-10-26.md, bilan utilisateur du 27/10/2026. Synthèse des livraisons et retours, sans audit du dernier checkout du poste.</a:t>
            </a:r>
          </a:p>
          <a:p xmlns:a="http://schemas.openxmlformats.org/drawingml/2006/main">
            <a:r>
              <a:t>Le lancement utilise .continue/assistant.sh dans le projet configuré. Les règles générales de développement sont permanentes. Les méthodes propres à Confluence appartiennent au profil spécialisé. Les docstrings décrivent les contrats des outils, sans détourner project_facts en consigne de routage. Les copies actives et les modèles du kit doivent rester cohérents pour les installations suivantes. Les références externes nécessitent leur déclaration dans le harness.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Etat_Fonctionnel_Assistant_Interne_2026-10-26.md, bilan utilisateur du 27/10/2026. Synthèse des livraisons et retours, sans audit du dernier checkout du poste.</a:t>
            </a:r>
          </a:p>
          <a:p xmlns:a="http://schemas.openxmlformats.org/drawingml/2006/main">
            <a:r>
              <a:t>Confluence Pages : lecture et écriture/batch confirmées. La suppression avec vérification et passage de version 12 à 13 a été observée dans les captures. prepare_remove, ajout livré plus récemment, retire côté serveur un paragraphe ou titre exact et unique sans faire réécrire toute la page par le LLM ; validation poste à compléter. Document : création guidée d’une même page, validations successives et reprise via draft_id ; parcours non confirmé testé. Les vérifications ne couvrent que les critères déclarés. Checkpoint : nécessite une tâche, sauvegarde durable et explicite. task_status consulte ; start_task avec un identifiant existant sélectionne la tâche. Une tâche courante par projet. Les brouillons Confluence sont distincts des checkpoints de tâche. Les checkpoints automatiques et la réinjection du contexte restent prévus.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Etat_Fonctionnel_Assistant_Interne_2026-10-26.md, bilan utilisateur du 27/10/2026. Synthèse des livraisons et retours, sans audit du dernier checkout du poste.</a:t>
            </a:r>
          </a:p>
          <a:p xmlns:a="http://schemas.openxmlformats.org/drawingml/2006/main">
            <a:r>
              <a:t>Les seuils sont des choix du kit, pas des limites Confluence. Confluence : limite par défaut 12 000 caractères partagée entre URL, pagination next_offset, plafond 30 000 par appel. read_reference : 120 lignes, chemins ou correspondances selon le mode, plafond 300. Recherche limitée aux 1 000 premiers fichiers admissibles, pas de pagination de recherche effective. Fichiers de plus de 2 000 000 octets refusés/ignorés. Ces seuils protègent contexte, latence et mémoire mais peuvent masquer une information. Leur amélioration a été discutée, non livrée. Le serveur peut manipuler le corps complet sans le renvoyer au LLM pour une suppression ciblée. Le code rejette les versions absentes ou obsolètes ; ne pas déduire une modification concurrente des seules réflexions du modèle. Tests : la règle permanente incite à run_project_test, sans interception du terminal natif. Les nouveaux correctifs de génération du harness doivent être appliqués dans le kit, et le chemin du modèle existant harness.example.json raccordé. Historique/titres et mémoire automatique restent des chantiers ouverts.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225bde3fda49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66a6beaed94f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1f9e7e701e4a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02e0a6c7da44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473a7855f747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729afae56349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A425D-3F92-4C17-AED1-E00A08F7BED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82410D-F55E-41F3-A4D3-A3BAA2A487B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30EC37-E77F-4CB1-A1DF-C1A5E58A21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F3E61A-8B4C-49BB-9C37-A8EC725E93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DD0EAF-A823-44A3-A6DF-DF4F4E96AF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87B511-C3FB-45B2-A04E-A4C42EBA14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852983-4A27-49DB-B2A6-0CDD757BAB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D1774D-A8CD-4EA4-AA74-1BDFFD80978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9620C3-88DE-4687-B8AD-6D28C524DE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77ACF3-F0CF-42D5-B961-B155485DC8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623b41197b48db" /><Relationship Type="http://schemas.openxmlformats.org/officeDocument/2006/relationships/slideLayout" Target="/ppt/slideLayouts/slideLayout1.xml" Id="R115e33c19c5f4156" /><Relationship Type="http://schemas.openxmlformats.org/officeDocument/2006/relationships/slideLayout" Target="/ppt/slideLayouts/slideLayout2.xml" Id="Raecaed59f4cb4919" /><Relationship Type="http://schemas.openxmlformats.org/officeDocument/2006/relationships/slideLayout" Target="/ppt/slideLayouts/slideLayout3.xml" Id="R33791415509844ba" /><Relationship Type="http://schemas.openxmlformats.org/officeDocument/2006/relationships/slideLayout" Target="/ppt/slideLayouts/slideLayout4.xml" Id="R03a5c5e5197543de" /><Relationship Type="http://schemas.openxmlformats.org/officeDocument/2006/relationships/slideLayout" Target="/ppt/slideLayouts/slideLayout5.xml" Id="Rf55164515b33454c" /><Relationship Type="http://schemas.openxmlformats.org/officeDocument/2006/relationships/slideLayout" Target="/ppt/slideLayouts/slideLayout6.xml" Id="R8d03ca1f591447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5e33c19c5f4156"/>
    <p:sldLayoutId xmlns:r="http://schemas.openxmlformats.org/officeDocument/2006/relationships" id="2147483650" r:id="Raecaed59f4cb4919"/>
    <p:sldLayoutId xmlns:r="http://schemas.openxmlformats.org/officeDocument/2006/relationships" id="2147483651" r:id="R33791415509844ba"/>
    <p:sldLayoutId xmlns:r="http://schemas.openxmlformats.org/officeDocument/2006/relationships" id="2147483652" r:id="R03a5c5e5197543de"/>
    <p:sldLayoutId xmlns:r="http://schemas.openxmlformats.org/officeDocument/2006/relationships" id="2147483653" r:id="Rf55164515b33454c"/>
    <p:sldLayoutId xmlns:r="http://schemas.openxmlformats.org/officeDocument/2006/relationships" id="2147483654" r:id="R8d03ca1f591447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7d1ef3d9e9d4f1d" /><Relationship Type="http://schemas.openxmlformats.org/officeDocument/2006/relationships/notesSlide" Target="/ppt/notesSlides/notesSlide1.xml" Id="R5d0900bdb2ca4f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413bb21bab4510" /><Relationship Type="http://schemas.openxmlformats.org/officeDocument/2006/relationships/notesSlide" Target="/ppt/notesSlides/notesSlide2.xml" Id="R1affa5440ce94f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67f5d7535734e0e" /><Relationship Type="http://schemas.openxmlformats.org/officeDocument/2006/relationships/notesSlide" Target="/ppt/notesSlides/notesSlide3.xml" Id="R2a21a571fb2a45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6abf94475e4c20" /><Relationship Type="http://schemas.openxmlformats.org/officeDocument/2006/relationships/notesSlide" Target="/ppt/notesSlides/notesSlide4.xml" Id="Rfcda6946707b47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558ba2c6f44de7" /><Relationship Type="http://schemas.openxmlformats.org/officeDocument/2006/relationships/notesSlide" Target="/ppt/notesSlides/notesSlide5.xml" Id="Rc2e3677aebed4b94"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B77FA19-39F8-4465-924A-2DA302D3D5FA}"/>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4293E"/>
                </a:solidFill>
                <a:latin typeface="DejaVu Sans"/>
                <a:ea typeface="DejaVu Sans"/>
                <a:cs typeface="DejaVu Sans"/>
              </a:defRPr>
            </a:defPPr>
            <a:lvl1pPr>
              <a:defRPr sz="3225" b="1">
                <a:solidFill>
                  <a:srgbClr val="14293E"/>
                </a:solidFill>
                <a:latin typeface="DejaVu Sans"/>
                <a:ea typeface="DejaVu Sans"/>
                <a:cs typeface="DejaVu Sans"/>
              </a:defRPr>
            </a:lvl1pPr>
            <a:lvl2pPr>
              <a:defRPr sz="3225" b="1">
                <a:solidFill>
                  <a:srgbClr val="14293E"/>
                </a:solidFill>
                <a:latin typeface="DejaVu Sans"/>
                <a:ea typeface="DejaVu Sans"/>
                <a:cs typeface="DejaVu Sans"/>
              </a:defRPr>
            </a:lvl2pPr>
            <a:lvl3pPr>
              <a:defRPr sz="3225" b="1">
                <a:solidFill>
                  <a:srgbClr val="14293E"/>
                </a:solidFill>
                <a:latin typeface="DejaVu Sans"/>
                <a:ea typeface="DejaVu Sans"/>
                <a:cs typeface="DejaVu Sans"/>
              </a:defRPr>
            </a:lvl3pPr>
            <a:lvl4pPr>
              <a:defRPr sz="3225" b="1">
                <a:solidFill>
                  <a:srgbClr val="14293E"/>
                </a:solidFill>
                <a:latin typeface="DejaVu Sans"/>
                <a:ea typeface="DejaVu Sans"/>
                <a:cs typeface="DejaVu Sans"/>
              </a:defRPr>
            </a:lvl4pPr>
            <a:lvl5pPr>
              <a:defRPr sz="3225" b="1">
                <a:solidFill>
                  <a:srgbClr val="14293E"/>
                </a:solidFill>
                <a:latin typeface="DejaVu Sans"/>
                <a:ea typeface="DejaVu Sans"/>
                <a:cs typeface="DejaVu Sans"/>
              </a:defRPr>
            </a:lvl5pPr>
            <a:lvl6pPr>
              <a:defRPr sz="3225" b="1">
                <a:solidFill>
                  <a:srgbClr val="14293E"/>
                </a:solidFill>
                <a:latin typeface="DejaVu Sans"/>
                <a:ea typeface="DejaVu Sans"/>
                <a:cs typeface="DejaVu Sans"/>
              </a:defRPr>
            </a:lvl6pPr>
            <a:lvl7pPr>
              <a:defRPr sz="3225" b="1">
                <a:solidFill>
                  <a:srgbClr val="14293E"/>
                </a:solidFill>
                <a:latin typeface="DejaVu Sans"/>
                <a:ea typeface="DejaVu Sans"/>
                <a:cs typeface="DejaVu Sans"/>
              </a:defRPr>
            </a:lvl7pPr>
            <a:lvl8pPr>
              <a:defRPr sz="3225" b="1">
                <a:solidFill>
                  <a:srgbClr val="14293E"/>
                </a:solidFill>
                <a:latin typeface="DejaVu Sans"/>
                <a:ea typeface="DejaVu Sans"/>
                <a:cs typeface="DejaVu Sans"/>
              </a:defRPr>
            </a:lvl8pPr>
            <a:lvl9pPr>
              <a:defRPr sz="3225" b="1">
                <a:solidFill>
                  <a:srgbClr val="14293E"/>
                </a:solidFill>
                <a:latin typeface="DejaVu Sans"/>
                <a:ea typeface="DejaVu Sans"/>
                <a:cs typeface="DejaVu Sans"/>
              </a:defRPr>
            </a:lvl9pPr>
          </a:lstStyle>
          <a:p xmlns:a="http://schemas.openxmlformats.org/drawingml/2006/main">
            <a:pPr>
              <a:defRPr sz="3225" b="1">
                <a:solidFill>
                  <a:srgbClr val="14293E"/>
                </a:solidFill>
                <a:latin typeface="DejaVu Sans"/>
                <a:ea typeface="DejaVu Sans"/>
                <a:cs typeface="DejaVu Sans"/>
              </a:defRPr>
            </a:pPr>
            <a:r>
              <a:rPr sz="3225" b="1">
                <a:solidFill>
                  <a:srgbClr val="14293E"/>
                </a:solidFill>
                <a:latin typeface="DejaVu Sans"/>
                <a:ea typeface="DejaVu Sans"/>
                <a:cs typeface="DejaVu Sans"/>
              </a:rPr>
              <a:t>Assistant interne : les briques principales</a:t>
            </a:r>
          </a:p>
        </p:txBody>
      </p:sp>
      <p:sp>
        <p:nvSpPr>
          <p:cNvPr id="2" name="subtitle">
            <a:extLst xmlns:a="http://schemas.openxmlformats.org/drawingml/2006/main">
              <a:ext uri="{FF2B5EF4-FFF2-40B4-BE49-F238E27FC236}">
                <a16:creationId xmlns:a16="http://schemas.microsoft.com/office/drawing/2014/main" id="{1E916803-383A-43D0-96AC-4259D510D9BF}"/>
              </a:ext>
            </a:extLst>
          </p:cNvPr>
          <p:cNvSpPr>
            <a:spLocks xmlns:a="http://schemas.openxmlformats.org/drawingml/2006/main" noGrp="1"/>
          </p:cNvSpPr>
          <p:nvPr/>
        </p:nvSpPr>
        <p:spPr>
          <a:xfrm xmlns:a="http://schemas.openxmlformats.org/drawingml/2006/main">
            <a:off x="628650" y="1114425"/>
            <a:ext cx="1091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579"/>
                </a:solidFill>
                <a:latin typeface="DejaVu Sans"/>
                <a:ea typeface="DejaVu Sans"/>
                <a:cs typeface="DejaVu Sans"/>
              </a:defRPr>
            </a:defPPr>
            <a:lvl1pPr>
              <a:defRPr sz="1800" b="0">
                <a:solidFill>
                  <a:srgbClr val="526579"/>
                </a:solidFill>
                <a:latin typeface="DejaVu Sans"/>
                <a:ea typeface="DejaVu Sans"/>
                <a:cs typeface="DejaVu Sans"/>
              </a:defRPr>
            </a:lvl1pPr>
            <a:lvl2pPr>
              <a:defRPr sz="1800" b="0">
                <a:solidFill>
                  <a:srgbClr val="526579"/>
                </a:solidFill>
                <a:latin typeface="DejaVu Sans"/>
                <a:ea typeface="DejaVu Sans"/>
                <a:cs typeface="DejaVu Sans"/>
              </a:defRPr>
            </a:lvl2pPr>
            <a:lvl3pPr>
              <a:defRPr sz="1800" b="0">
                <a:solidFill>
                  <a:srgbClr val="526579"/>
                </a:solidFill>
                <a:latin typeface="DejaVu Sans"/>
                <a:ea typeface="DejaVu Sans"/>
                <a:cs typeface="DejaVu Sans"/>
              </a:defRPr>
            </a:lvl3pPr>
            <a:lvl4pPr>
              <a:defRPr sz="1800" b="0">
                <a:solidFill>
                  <a:srgbClr val="526579"/>
                </a:solidFill>
                <a:latin typeface="DejaVu Sans"/>
                <a:ea typeface="DejaVu Sans"/>
                <a:cs typeface="DejaVu Sans"/>
              </a:defRPr>
            </a:lvl4pPr>
            <a:lvl5pPr>
              <a:defRPr sz="1800" b="0">
                <a:solidFill>
                  <a:srgbClr val="526579"/>
                </a:solidFill>
                <a:latin typeface="DejaVu Sans"/>
                <a:ea typeface="DejaVu Sans"/>
                <a:cs typeface="DejaVu Sans"/>
              </a:defRPr>
            </a:lvl5pPr>
            <a:lvl6pPr>
              <a:defRPr sz="1800" b="0">
                <a:solidFill>
                  <a:srgbClr val="526579"/>
                </a:solidFill>
                <a:latin typeface="DejaVu Sans"/>
                <a:ea typeface="DejaVu Sans"/>
                <a:cs typeface="DejaVu Sans"/>
              </a:defRPr>
            </a:lvl6pPr>
            <a:lvl7pPr>
              <a:defRPr sz="1800" b="0">
                <a:solidFill>
                  <a:srgbClr val="526579"/>
                </a:solidFill>
                <a:latin typeface="DejaVu Sans"/>
                <a:ea typeface="DejaVu Sans"/>
                <a:cs typeface="DejaVu Sans"/>
              </a:defRPr>
            </a:lvl7pPr>
            <a:lvl8pPr>
              <a:defRPr sz="1800" b="0">
                <a:solidFill>
                  <a:srgbClr val="526579"/>
                </a:solidFill>
                <a:latin typeface="DejaVu Sans"/>
                <a:ea typeface="DejaVu Sans"/>
                <a:cs typeface="DejaVu Sans"/>
              </a:defRPr>
            </a:lvl8pPr>
            <a:lvl9pPr>
              <a:defRPr sz="1800" b="0">
                <a:solidFill>
                  <a:srgbClr val="526579"/>
                </a:solidFill>
                <a:latin typeface="DejaVu Sans"/>
                <a:ea typeface="DejaVu Sans"/>
                <a:cs typeface="DejaVu Sans"/>
              </a:defRPr>
            </a:lvl9pPr>
          </a:lstStyle>
          <a:p xmlns:a="http://schemas.openxmlformats.org/drawingml/2006/main">
            <a:pPr>
              <a:defRPr sz="1800" b="0">
                <a:solidFill>
                  <a:srgbClr val="526579"/>
                </a:solidFill>
                <a:latin typeface="DejaVu Sans"/>
                <a:ea typeface="DejaVu Sans"/>
                <a:cs typeface="DejaVu Sans"/>
              </a:defRPr>
            </a:pPr>
            <a:r>
              <a:rPr sz="1800" b="0">
                <a:solidFill>
                  <a:srgbClr val="526579"/>
                </a:solidFill>
                <a:latin typeface="DejaVu Sans"/>
                <a:ea typeface="DejaVu Sans"/>
                <a:cs typeface="DejaVu Sans"/>
              </a:rPr>
              <a:t>Un assistant dans VS Code, connecté aux modèles internes et aux outils du projet</a:t>
            </a:r>
          </a:p>
        </p:txBody>
      </p:sp>
      <p:sp>
        <p:nvSpPr>
          <p:cNvPr id="3" name="footer">
            <a:extLst xmlns:a="http://schemas.openxmlformats.org/drawingml/2006/main">
              <a:ext uri="{FF2B5EF4-FFF2-40B4-BE49-F238E27FC236}">
                <a16:creationId xmlns:a16="http://schemas.microsoft.com/office/drawing/2014/main" id="{EAFA9E63-CC7D-4661-8AC1-198203AAC91C}"/>
              </a:ext>
            </a:extLst>
          </p:cNvPr>
          <p:cNvSpPr>
            <a:spLocks xmlns:a="http://schemas.openxmlformats.org/drawingml/2006/main" noGrp="1"/>
          </p:cNvSpPr>
          <p:nvPr/>
        </p:nvSpPr>
        <p:spPr>
          <a:xfrm xmlns:a="http://schemas.openxmlformats.org/drawingml/2006/main">
            <a:off x="628650" y="6429375"/>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579"/>
                </a:solidFill>
                <a:latin typeface="DejaVu Sans"/>
                <a:ea typeface="DejaVu Sans"/>
                <a:cs typeface="DejaVu Sans"/>
              </a:defRPr>
            </a:defPPr>
            <a:lvl1pPr>
              <a:defRPr sz="1200" b="0">
                <a:solidFill>
                  <a:srgbClr val="526579"/>
                </a:solidFill>
                <a:latin typeface="DejaVu Sans"/>
                <a:ea typeface="DejaVu Sans"/>
                <a:cs typeface="DejaVu Sans"/>
              </a:defRPr>
            </a:lvl1pPr>
            <a:lvl2pPr>
              <a:defRPr sz="1200" b="0">
                <a:solidFill>
                  <a:srgbClr val="526579"/>
                </a:solidFill>
                <a:latin typeface="DejaVu Sans"/>
                <a:ea typeface="DejaVu Sans"/>
                <a:cs typeface="DejaVu Sans"/>
              </a:defRPr>
            </a:lvl2pPr>
            <a:lvl3pPr>
              <a:defRPr sz="1200" b="0">
                <a:solidFill>
                  <a:srgbClr val="526579"/>
                </a:solidFill>
                <a:latin typeface="DejaVu Sans"/>
                <a:ea typeface="DejaVu Sans"/>
                <a:cs typeface="DejaVu Sans"/>
              </a:defRPr>
            </a:lvl3pPr>
            <a:lvl4pPr>
              <a:defRPr sz="1200" b="0">
                <a:solidFill>
                  <a:srgbClr val="526579"/>
                </a:solidFill>
                <a:latin typeface="DejaVu Sans"/>
                <a:ea typeface="DejaVu Sans"/>
                <a:cs typeface="DejaVu Sans"/>
              </a:defRPr>
            </a:lvl4pPr>
            <a:lvl5pPr>
              <a:defRPr sz="1200" b="0">
                <a:solidFill>
                  <a:srgbClr val="526579"/>
                </a:solidFill>
                <a:latin typeface="DejaVu Sans"/>
                <a:ea typeface="DejaVu Sans"/>
                <a:cs typeface="DejaVu Sans"/>
              </a:defRPr>
            </a:lvl5pPr>
            <a:lvl6pPr>
              <a:defRPr sz="1200" b="0">
                <a:solidFill>
                  <a:srgbClr val="526579"/>
                </a:solidFill>
                <a:latin typeface="DejaVu Sans"/>
                <a:ea typeface="DejaVu Sans"/>
                <a:cs typeface="DejaVu Sans"/>
              </a:defRPr>
            </a:lvl6pPr>
            <a:lvl7pPr>
              <a:defRPr sz="1200" b="0">
                <a:solidFill>
                  <a:srgbClr val="526579"/>
                </a:solidFill>
                <a:latin typeface="DejaVu Sans"/>
                <a:ea typeface="DejaVu Sans"/>
                <a:cs typeface="DejaVu Sans"/>
              </a:defRPr>
            </a:lvl7pPr>
            <a:lvl8pPr>
              <a:defRPr sz="1200" b="0">
                <a:solidFill>
                  <a:srgbClr val="526579"/>
                </a:solidFill>
                <a:latin typeface="DejaVu Sans"/>
                <a:ea typeface="DejaVu Sans"/>
                <a:cs typeface="DejaVu Sans"/>
              </a:defRPr>
            </a:lvl8pPr>
            <a:lvl9pPr>
              <a:defRPr sz="1200" b="0">
                <a:solidFill>
                  <a:srgbClr val="526579"/>
                </a:solidFill>
                <a:latin typeface="DejaVu Sans"/>
                <a:ea typeface="DejaVu Sans"/>
                <a:cs typeface="DejaVu Sans"/>
              </a:defRPr>
            </a:lvl9pPr>
          </a:lstStyle>
          <a:p xmlns:a="http://schemas.openxmlformats.org/drawingml/2006/main">
            <a:pPr>
              <a:defRPr sz="1200" b="0">
                <a:solidFill>
                  <a:srgbClr val="526579"/>
                </a:solidFill>
                <a:latin typeface="DejaVu Sans"/>
                <a:ea typeface="DejaVu Sans"/>
                <a:cs typeface="DejaVu Sans"/>
              </a:defRPr>
            </a:pPr>
            <a:r>
              <a:rPr sz="1200" b="0">
                <a:solidFill>
                  <a:srgbClr val="526579"/>
                </a:solidFill>
                <a:latin typeface="DejaVu Sans"/>
                <a:ea typeface="DejaVu Sans"/>
                <a:cs typeface="DejaVu Sans"/>
              </a:rPr>
              <a:t>Assistant interne · État fonctionnel · 27 octobre 2026</a:t>
            </a:r>
          </a:p>
        </p:txBody>
      </p:sp>
      <p:sp>
        <p:nvSpPr>
          <p:cNvPr id="4" name="page">
            <a:extLst xmlns:a="http://schemas.openxmlformats.org/drawingml/2006/main">
              <a:ext uri="{FF2B5EF4-FFF2-40B4-BE49-F238E27FC236}">
                <a16:creationId xmlns:a16="http://schemas.microsoft.com/office/drawing/2014/main" id="{85BD57CD-FF7F-462A-B3FF-B67CC8732959}"/>
              </a:ext>
            </a:extLst>
          </p:cNvPr>
          <p:cNvSpPr>
            <a:spLocks xmlns:a="http://schemas.openxmlformats.org/drawingml/2006/main" noGrp="1"/>
          </p:cNvSpPr>
          <p:nvPr/>
        </p:nvSpPr>
        <p:spPr>
          <a:xfrm xmlns:a="http://schemas.openxmlformats.org/drawingml/2006/main">
            <a:off x="11096625" y="63912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126A85"/>
                </a:solidFill>
                <a:latin typeface="DejaVu Sans"/>
                <a:ea typeface="DejaVu Sans"/>
                <a:cs typeface="DejaVu Sans"/>
              </a:defRPr>
            </a:defPPr>
            <a:lvl1pPr>
              <a:defRPr sz="1650" b="1">
                <a:solidFill>
                  <a:srgbClr val="126A85"/>
                </a:solidFill>
                <a:latin typeface="DejaVu Sans"/>
                <a:ea typeface="DejaVu Sans"/>
                <a:cs typeface="DejaVu Sans"/>
              </a:defRPr>
            </a:lvl1pPr>
            <a:lvl2pPr>
              <a:defRPr sz="1650" b="1">
                <a:solidFill>
                  <a:srgbClr val="126A85"/>
                </a:solidFill>
                <a:latin typeface="DejaVu Sans"/>
                <a:ea typeface="DejaVu Sans"/>
                <a:cs typeface="DejaVu Sans"/>
              </a:defRPr>
            </a:lvl2pPr>
            <a:lvl3pPr>
              <a:defRPr sz="1650" b="1">
                <a:solidFill>
                  <a:srgbClr val="126A85"/>
                </a:solidFill>
                <a:latin typeface="DejaVu Sans"/>
                <a:ea typeface="DejaVu Sans"/>
                <a:cs typeface="DejaVu Sans"/>
              </a:defRPr>
            </a:lvl3pPr>
            <a:lvl4pPr>
              <a:defRPr sz="1650" b="1">
                <a:solidFill>
                  <a:srgbClr val="126A85"/>
                </a:solidFill>
                <a:latin typeface="DejaVu Sans"/>
                <a:ea typeface="DejaVu Sans"/>
                <a:cs typeface="DejaVu Sans"/>
              </a:defRPr>
            </a:lvl4pPr>
            <a:lvl5pPr>
              <a:defRPr sz="1650" b="1">
                <a:solidFill>
                  <a:srgbClr val="126A85"/>
                </a:solidFill>
                <a:latin typeface="DejaVu Sans"/>
                <a:ea typeface="DejaVu Sans"/>
                <a:cs typeface="DejaVu Sans"/>
              </a:defRPr>
            </a:lvl5pPr>
            <a:lvl6pPr>
              <a:defRPr sz="1650" b="1">
                <a:solidFill>
                  <a:srgbClr val="126A85"/>
                </a:solidFill>
                <a:latin typeface="DejaVu Sans"/>
                <a:ea typeface="DejaVu Sans"/>
                <a:cs typeface="DejaVu Sans"/>
              </a:defRPr>
            </a:lvl6pPr>
            <a:lvl7pPr>
              <a:defRPr sz="1650" b="1">
                <a:solidFill>
                  <a:srgbClr val="126A85"/>
                </a:solidFill>
                <a:latin typeface="DejaVu Sans"/>
                <a:ea typeface="DejaVu Sans"/>
                <a:cs typeface="DejaVu Sans"/>
              </a:defRPr>
            </a:lvl7pPr>
            <a:lvl8pPr>
              <a:defRPr sz="1650" b="1">
                <a:solidFill>
                  <a:srgbClr val="126A85"/>
                </a:solidFill>
                <a:latin typeface="DejaVu Sans"/>
                <a:ea typeface="DejaVu Sans"/>
                <a:cs typeface="DejaVu Sans"/>
              </a:defRPr>
            </a:lvl8pPr>
            <a:lvl9pPr>
              <a:defRPr sz="1650" b="1">
                <a:solidFill>
                  <a:srgbClr val="126A85"/>
                </a:solidFill>
                <a:latin typeface="DejaVu Sans"/>
                <a:ea typeface="DejaVu Sans"/>
                <a:cs typeface="DejaVu Sans"/>
              </a:defRPr>
            </a:lvl9pPr>
          </a:lstStyle>
          <a:p xmlns:a="http://schemas.openxmlformats.org/drawingml/2006/main">
            <a:pPr>
              <a:defRPr sz="1650" b="1">
                <a:solidFill>
                  <a:srgbClr val="126A85"/>
                </a:solidFill>
                <a:latin typeface="DejaVu Sans"/>
                <a:ea typeface="DejaVu Sans"/>
                <a:cs typeface="DejaVu Sans"/>
              </a:defRPr>
            </a:pPr>
            <a:r>
              <a:rPr sz="1650" b="1">
                <a:solidFill>
                  <a:srgbClr val="126A85"/>
                </a:solidFill>
                <a:latin typeface="DejaVu Sans"/>
                <a:ea typeface="DejaVu Sans"/>
                <a:cs typeface="DejaVu Sans"/>
              </a:rPr>
              <a:t>01</a:t>
            </a:r>
          </a:p>
        </p:txBody>
      </p:sp>
      <p:graphicFrame>
        <p:nvGraphicFramePr>
          <p:cNvPr id="5" name="">
            <a:extLst xmlns:a="http://schemas.openxmlformats.org/drawingml/2006/main">
              <a:ext uri="{FF2B5EF4-FFF2-40B4-BE49-F238E27FC236}">
                <a16:creationId xmlns:a16="http://schemas.microsoft.com/office/drawing/2014/main" id="{BFA9AD09-E524-4F7C-B66F-18B7DAB24BD2}"/>
              </a:ext>
            </a:extLst>
          </p:cNvPr>
          <p:cNvGraphicFramePr/>
          <p:nvPr/>
        </p:nvGraphicFramePr>
        <p:xfrm>
          <a:off xmlns:a="http://schemas.openxmlformats.org/drawingml/2006/main" x="609600" y="1866900"/>
          <a:ext xmlns:a="http://schemas.openxmlformats.org/drawingml/2006/main" cx="10972800" cy="3695700"/>
        </p:xfrm>
        <a:graphic xmlns:a="http://schemas.openxmlformats.org/drawingml/2006/main">
          <a:graphicData uri="http://schemas.openxmlformats.org/drawingml/2006/table">
            <a:tbl>
              <a:tblPr/>
              <a:tblGrid>
                <a:gridCol w="3762375"/>
                <a:gridCol w="7210425"/>
              </a:tblGrid>
              <a:tr h="739140">
                <a:tc>
                  <a:txBody>
                    <a:bodyPr/>
                    <a:lstStyle/>
                    <a:p>
                      <a:r>
                        <a:rPr sz="1650" b="1">
                          <a:solidFill>
                            <a:srgbClr val="FFFFFF"/>
                          </a:solidFill>
                          <a:latin typeface="DejaVu Sans"/>
                          <a:ea typeface="DejaVu Sans"/>
                          <a:cs typeface="DejaVu Sans"/>
                        </a:rPr>
                        <a:t>Brique</a:t>
                      </a:r>
                    </a:p>
                  </a:txBody>
                  <a:tcPr marL="91440" marR="91440" marT="45720" marB="45720">
                    <a:lnL w="6668">
                      <a:solidFill>
                        <a:srgbClr val="D8E1E9"/>
                      </a:solidFill>
                      <a:prstDash val="solid"/>
                    </a:lnL>
                    <a:lnR w="6668">
                      <a:solidFill>
                        <a:srgbClr val="D8E1E9"/>
                      </a:solidFill>
                      <a:prstDash val="solid"/>
                    </a:lnR>
                    <a:lnT w="6668">
                      <a:solidFill>
                        <a:srgbClr val="D8E1E9"/>
                      </a:solidFill>
                      <a:prstDash val="solid"/>
                    </a:lnT>
                    <a:lnB w="6668">
                      <a:solidFill>
                        <a:srgbClr val="D8E1E9"/>
                      </a:solidFill>
                      <a:prstDash val="solid"/>
                    </a:lnB>
                    <a:solidFill>
                      <a:srgbClr val="14293E"/>
                    </a:solidFill>
                  </a:tcPr>
                </a:tc>
                <a:tc>
                  <a:txBody>
                    <a:bodyPr/>
                    <a:lstStyle/>
                    <a:p>
                      <a:r>
                        <a:rPr sz="1650" b="1">
                          <a:solidFill>
                            <a:srgbClr val="FFFFFF"/>
                          </a:solidFill>
                          <a:latin typeface="DejaVu Sans"/>
                          <a:ea typeface="DejaVu Sans"/>
                          <a:cs typeface="DejaVu Sans"/>
                        </a:rPr>
                        <a:t>Rôle fonctionnel</a:t>
                      </a:r>
                    </a:p>
                  </a:txBody>
                  <a:tcPr marL="91440" marR="91440" marT="45720" marB="45720">
                    <a:lnR w="6668">
                      <a:solidFill>
                        <a:srgbClr val="D8E1E9"/>
                      </a:solidFill>
                      <a:prstDash val="solid"/>
                    </a:lnR>
                    <a:lnT w="6668">
                      <a:solidFill>
                        <a:srgbClr val="D8E1E9"/>
                      </a:solidFill>
                      <a:prstDash val="solid"/>
                    </a:lnT>
                    <a:lnB w="6668">
                      <a:solidFill>
                        <a:srgbClr val="D8E1E9"/>
                      </a:solidFill>
                      <a:prstDash val="solid"/>
                    </a:lnB>
                    <a:solidFill>
                      <a:srgbClr val="14293E"/>
                    </a:solidFill>
                  </a:tcPr>
                </a:tc>
              </a:tr>
              <a:tr h="739140">
                <a:tc>
                  <a:txBody>
                    <a:bodyPr/>
                    <a:lstStyle/>
                    <a:p>
                      <a:r>
                        <a:rPr sz="1875" b="1">
                          <a:solidFill>
                            <a:srgbClr val="14293E"/>
                          </a:solidFill>
                          <a:latin typeface="DejaVu Sans"/>
                          <a:ea typeface="DejaVu Sans"/>
                          <a:cs typeface="DejaVu Sans"/>
                        </a:rPr>
                        <a:t>Continue + modèles internes</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FFFFF"/>
                    </a:solidFill>
                  </a:tcPr>
                </a:tc>
                <a:tc>
                  <a:txBody>
                    <a:bodyPr/>
                    <a:lstStyle/>
                    <a:p>
                      <a:r>
                        <a:rPr sz="1875" b="0">
                          <a:solidFill>
                            <a:srgbClr val="14293E"/>
                          </a:solidFill>
                          <a:latin typeface="DejaVu Sans"/>
                          <a:ea typeface="DejaVu Sans"/>
                          <a:cs typeface="DejaVu Sans"/>
                        </a:rPr>
                        <a:t>Comprendre la demande, analyser le code et proposer des modifications</a:t>
                      </a:r>
                    </a:p>
                  </a:txBody>
                  <a:tcPr marL="91440" marR="91440" marT="45720" marB="45720">
                    <a:lnR w="6668">
                      <a:solidFill>
                        <a:srgbClr val="D8E1E9"/>
                      </a:solidFill>
                      <a:prstDash val="solid"/>
                    </a:lnR>
                    <a:lnB w="6668">
                      <a:solidFill>
                        <a:srgbClr val="D8E1E9"/>
                      </a:solidFill>
                      <a:prstDash val="solid"/>
                    </a:lnB>
                    <a:solidFill>
                      <a:srgbClr val="FFFFFF"/>
                    </a:solidFill>
                  </a:tcPr>
                </a:tc>
              </a:tr>
              <a:tr h="739140">
                <a:tc>
                  <a:txBody>
                    <a:bodyPr/>
                    <a:lstStyle/>
                    <a:p>
                      <a:r>
                        <a:rPr sz="1875" b="1">
                          <a:solidFill>
                            <a:srgbClr val="14293E"/>
                          </a:solidFill>
                          <a:latin typeface="DejaVu Sans"/>
                          <a:ea typeface="DejaVu Sans"/>
                          <a:cs typeface="DejaVu Sans"/>
                        </a:rPr>
                        <a:t>Kit + relais modèle</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0F4F7"/>
                    </a:solidFill>
                  </a:tcPr>
                </a:tc>
                <a:tc>
                  <a:txBody>
                    <a:bodyPr/>
                    <a:lstStyle/>
                    <a:p>
                      <a:r>
                        <a:rPr sz="1875" b="0">
                          <a:solidFill>
                            <a:srgbClr val="14293E"/>
                          </a:solidFill>
                          <a:latin typeface="DejaVu Sans"/>
                          <a:ea typeface="DejaVu Sans"/>
                          <a:cs typeface="DejaVu Sans"/>
                        </a:rPr>
                        <a:t>Configurer le projet cible et connecter les modèles internes</a:t>
                      </a:r>
                    </a:p>
                  </a:txBody>
                  <a:tcPr marL="91440" marR="91440" marT="45720" marB="45720">
                    <a:lnR w="6668">
                      <a:solidFill>
                        <a:srgbClr val="D8E1E9"/>
                      </a:solidFill>
                      <a:prstDash val="solid"/>
                    </a:lnR>
                    <a:lnB w="6668">
                      <a:solidFill>
                        <a:srgbClr val="D8E1E9"/>
                      </a:solidFill>
                      <a:prstDash val="solid"/>
                    </a:lnB>
                    <a:solidFill>
                      <a:srgbClr val="F0F4F7"/>
                    </a:solidFill>
                  </a:tcPr>
                </a:tc>
              </a:tr>
              <a:tr h="739140">
                <a:tc>
                  <a:txBody>
                    <a:bodyPr/>
                    <a:lstStyle/>
                    <a:p>
                      <a:r>
                        <a:rPr sz="1875" b="1">
                          <a:solidFill>
                            <a:srgbClr val="14293E"/>
                          </a:solidFill>
                          <a:latin typeface="DejaVu Sans"/>
                          <a:ea typeface="DejaVu Sans"/>
                          <a:cs typeface="DejaVu Sans"/>
                        </a:rPr>
                        <a:t>MCP Project support</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FFFFF"/>
                    </a:solidFill>
                  </a:tcPr>
                </a:tc>
                <a:tc>
                  <a:txBody>
                    <a:bodyPr/>
                    <a:lstStyle/>
                    <a:p>
                      <a:r>
                        <a:rPr sz="1875" b="0">
                          <a:solidFill>
                            <a:srgbClr val="14293E"/>
                          </a:solidFill>
                          <a:latin typeface="DejaVu Sans"/>
                          <a:ea typeface="DejaVu Sans"/>
                          <a:cs typeface="DejaVu Sans"/>
                        </a:rPr>
                        <a:t>Agir sur le dépôt, Confluence et le suivi des tâches</a:t>
                      </a:r>
                    </a:p>
                  </a:txBody>
                  <a:tcPr marL="91440" marR="91440" marT="45720" marB="45720">
                    <a:lnR w="6668">
                      <a:solidFill>
                        <a:srgbClr val="D8E1E9"/>
                      </a:solidFill>
                      <a:prstDash val="solid"/>
                    </a:lnR>
                    <a:lnB w="6668">
                      <a:solidFill>
                        <a:srgbClr val="D8E1E9"/>
                      </a:solidFill>
                      <a:prstDash val="solid"/>
                    </a:lnB>
                    <a:solidFill>
                      <a:srgbClr val="FFFFFF"/>
                    </a:solidFill>
                  </a:tcPr>
                </a:tc>
              </a:tr>
              <a:tr h="739140">
                <a:tc>
                  <a:txBody>
                    <a:bodyPr/>
                    <a:lstStyle/>
                    <a:p>
                      <a:r>
                        <a:rPr sz="1875" b="1">
                          <a:solidFill>
                            <a:srgbClr val="14293E"/>
                          </a:solidFill>
                          <a:latin typeface="DejaVu Sans"/>
                          <a:ea typeface="DejaVu Sans"/>
                          <a:cs typeface="DejaVu Sans"/>
                        </a:rPr>
                        <a:t>État local + interface facultative</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0F4F7"/>
                    </a:solidFill>
                  </a:tcPr>
                </a:tc>
                <a:tc>
                  <a:txBody>
                    <a:bodyPr/>
                    <a:lstStyle/>
                    <a:p>
                      <a:r>
                        <a:rPr sz="1875" b="0">
                          <a:solidFill>
                            <a:srgbClr val="14293E"/>
                          </a:solidFill>
                          <a:latin typeface="DejaVu Sans"/>
                          <a:ea typeface="DejaVu Sans"/>
                          <a:cs typeface="DejaVu Sans"/>
                        </a:rPr>
                        <a:t>Conserver tâches et brouillons, consulter le suivi dans Streamlit</a:t>
                      </a:r>
                    </a:p>
                  </a:txBody>
                  <a:tcPr marL="91440" marR="91440" marT="45720" marB="45720">
                    <a:lnR w="6668">
                      <a:solidFill>
                        <a:srgbClr val="D8E1E9"/>
                      </a:solidFill>
                      <a:prstDash val="solid"/>
                    </a:lnR>
                    <a:lnB w="6668">
                      <a:solidFill>
                        <a:srgbClr val="D8E1E9"/>
                      </a:solidFill>
                      <a:prstDash val="solid"/>
                    </a:lnB>
                    <a:solidFill>
                      <a:srgbClr val="F0F4F7"/>
                    </a:solidFill>
                  </a:tcPr>
                </a:tc>
              </a:tr>
            </a:tbl>
          </a:graphicData>
        </a:graphic>
      </p:graphicFrame>
      <p:sp>
        <p:nvSpPr>
          <p:cNvPr id="6" name="separate">
            <a:extLst xmlns:a="http://schemas.openxmlformats.org/drawingml/2006/main">
              <a:ext uri="{FF2B5EF4-FFF2-40B4-BE49-F238E27FC236}">
                <a16:creationId xmlns:a16="http://schemas.microsoft.com/office/drawing/2014/main" id="{82DAC751-D46D-4AFB-A650-2D5AA7D6CBF3}"/>
              </a:ext>
            </a:extLst>
          </p:cNvPr>
          <p:cNvSpPr>
            <a:spLocks xmlns:a="http://schemas.openxmlformats.org/drawingml/2006/main" noGrp="1"/>
          </p:cNvSpPr>
          <p:nvPr/>
        </p:nvSpPr>
        <p:spPr>
          <a:xfrm xmlns:a="http://schemas.openxmlformats.org/drawingml/2006/main">
            <a:off x="628650" y="581025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126A85"/>
                </a:solidFill>
                <a:latin typeface="DejaVu Sans"/>
                <a:ea typeface="DejaVu Sans"/>
                <a:cs typeface="DejaVu Sans"/>
              </a:defRPr>
            </a:defPPr>
            <a:lvl1pPr>
              <a:defRPr sz="1800" b="0">
                <a:solidFill>
                  <a:srgbClr val="126A85"/>
                </a:solidFill>
                <a:latin typeface="DejaVu Sans"/>
                <a:ea typeface="DejaVu Sans"/>
                <a:cs typeface="DejaVu Sans"/>
              </a:defRPr>
            </a:lvl1pPr>
            <a:lvl2pPr>
              <a:defRPr sz="1800" b="0">
                <a:solidFill>
                  <a:srgbClr val="126A85"/>
                </a:solidFill>
                <a:latin typeface="DejaVu Sans"/>
                <a:ea typeface="DejaVu Sans"/>
                <a:cs typeface="DejaVu Sans"/>
              </a:defRPr>
            </a:lvl2pPr>
            <a:lvl3pPr>
              <a:defRPr sz="1800" b="0">
                <a:solidFill>
                  <a:srgbClr val="126A85"/>
                </a:solidFill>
                <a:latin typeface="DejaVu Sans"/>
                <a:ea typeface="DejaVu Sans"/>
                <a:cs typeface="DejaVu Sans"/>
              </a:defRPr>
            </a:lvl3pPr>
            <a:lvl4pPr>
              <a:defRPr sz="1800" b="0">
                <a:solidFill>
                  <a:srgbClr val="126A85"/>
                </a:solidFill>
                <a:latin typeface="DejaVu Sans"/>
                <a:ea typeface="DejaVu Sans"/>
                <a:cs typeface="DejaVu Sans"/>
              </a:defRPr>
            </a:lvl4pPr>
            <a:lvl5pPr>
              <a:defRPr sz="1800" b="0">
                <a:solidFill>
                  <a:srgbClr val="126A85"/>
                </a:solidFill>
                <a:latin typeface="DejaVu Sans"/>
                <a:ea typeface="DejaVu Sans"/>
                <a:cs typeface="DejaVu Sans"/>
              </a:defRPr>
            </a:lvl5pPr>
            <a:lvl6pPr>
              <a:defRPr sz="1800" b="0">
                <a:solidFill>
                  <a:srgbClr val="126A85"/>
                </a:solidFill>
                <a:latin typeface="DejaVu Sans"/>
                <a:ea typeface="DejaVu Sans"/>
                <a:cs typeface="DejaVu Sans"/>
              </a:defRPr>
            </a:lvl6pPr>
            <a:lvl7pPr>
              <a:defRPr sz="1800" b="0">
                <a:solidFill>
                  <a:srgbClr val="126A85"/>
                </a:solidFill>
                <a:latin typeface="DejaVu Sans"/>
                <a:ea typeface="DejaVu Sans"/>
                <a:cs typeface="DejaVu Sans"/>
              </a:defRPr>
            </a:lvl7pPr>
            <a:lvl8pPr>
              <a:defRPr sz="1800" b="0">
                <a:solidFill>
                  <a:srgbClr val="126A85"/>
                </a:solidFill>
                <a:latin typeface="DejaVu Sans"/>
                <a:ea typeface="DejaVu Sans"/>
                <a:cs typeface="DejaVu Sans"/>
              </a:defRPr>
            </a:lvl8pPr>
            <a:lvl9pPr>
              <a:defRPr sz="1800" b="0">
                <a:solidFill>
                  <a:srgbClr val="126A85"/>
                </a:solidFill>
                <a:latin typeface="DejaVu Sans"/>
                <a:ea typeface="DejaVu Sans"/>
                <a:cs typeface="DejaVu Sans"/>
              </a:defRPr>
            </a:lvl9pPr>
          </a:lstStyle>
          <a:p xmlns:a="http://schemas.openxmlformats.org/drawingml/2006/main">
            <a:pPr>
              <a:defRPr sz="1800" b="0">
                <a:solidFill>
                  <a:srgbClr val="126A85"/>
                </a:solidFill>
                <a:latin typeface="DejaVu Sans"/>
                <a:ea typeface="DejaVu Sans"/>
                <a:cs typeface="DejaVu Sans"/>
              </a:defRPr>
            </a:pPr>
            <a:r>
              <a:rPr sz="1800" b="0">
                <a:solidFill>
                  <a:srgbClr val="126A85"/>
                </a:solidFill>
                <a:latin typeface="DejaVu Sans"/>
                <a:ea typeface="DejaVu Sans"/>
                <a:cs typeface="DejaVu Sans"/>
              </a:rPr>
              <a:t>Le RAG documentaire reste un projet distinct, avec un connecteur facultatif.</a:t>
            </a:r>
          </a:p>
        </p:txBody>
      </p:sp>
    </p:spTree>
    <p:extLst>
      <p:ext uri="{BB962C8B-B14F-4D97-AF65-F5344CB8AC3E}">
        <p14:creationId xmlns:p14="http://schemas.microsoft.com/office/powerpoint/2010/main" val="32423901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DA1CEF3-C98F-4380-96C4-DEE1F7A07F9A}"/>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4293E"/>
                </a:solidFill>
                <a:latin typeface="DejaVu Sans"/>
                <a:ea typeface="DejaVu Sans"/>
                <a:cs typeface="DejaVu Sans"/>
              </a:defRPr>
            </a:defPPr>
            <a:lvl1pPr>
              <a:defRPr sz="3225" b="1">
                <a:solidFill>
                  <a:srgbClr val="14293E"/>
                </a:solidFill>
                <a:latin typeface="DejaVu Sans"/>
                <a:ea typeface="DejaVu Sans"/>
                <a:cs typeface="DejaVu Sans"/>
              </a:defRPr>
            </a:lvl1pPr>
            <a:lvl2pPr>
              <a:defRPr sz="3225" b="1">
                <a:solidFill>
                  <a:srgbClr val="14293E"/>
                </a:solidFill>
                <a:latin typeface="DejaVu Sans"/>
                <a:ea typeface="DejaVu Sans"/>
                <a:cs typeface="DejaVu Sans"/>
              </a:defRPr>
            </a:lvl2pPr>
            <a:lvl3pPr>
              <a:defRPr sz="3225" b="1">
                <a:solidFill>
                  <a:srgbClr val="14293E"/>
                </a:solidFill>
                <a:latin typeface="DejaVu Sans"/>
                <a:ea typeface="DejaVu Sans"/>
                <a:cs typeface="DejaVu Sans"/>
              </a:defRPr>
            </a:lvl3pPr>
            <a:lvl4pPr>
              <a:defRPr sz="3225" b="1">
                <a:solidFill>
                  <a:srgbClr val="14293E"/>
                </a:solidFill>
                <a:latin typeface="DejaVu Sans"/>
                <a:ea typeface="DejaVu Sans"/>
                <a:cs typeface="DejaVu Sans"/>
              </a:defRPr>
            </a:lvl4pPr>
            <a:lvl5pPr>
              <a:defRPr sz="3225" b="1">
                <a:solidFill>
                  <a:srgbClr val="14293E"/>
                </a:solidFill>
                <a:latin typeface="DejaVu Sans"/>
                <a:ea typeface="DejaVu Sans"/>
                <a:cs typeface="DejaVu Sans"/>
              </a:defRPr>
            </a:lvl5pPr>
            <a:lvl6pPr>
              <a:defRPr sz="3225" b="1">
                <a:solidFill>
                  <a:srgbClr val="14293E"/>
                </a:solidFill>
                <a:latin typeface="DejaVu Sans"/>
                <a:ea typeface="DejaVu Sans"/>
                <a:cs typeface="DejaVu Sans"/>
              </a:defRPr>
            </a:lvl6pPr>
            <a:lvl7pPr>
              <a:defRPr sz="3225" b="1">
                <a:solidFill>
                  <a:srgbClr val="14293E"/>
                </a:solidFill>
                <a:latin typeface="DejaVu Sans"/>
                <a:ea typeface="DejaVu Sans"/>
                <a:cs typeface="DejaVu Sans"/>
              </a:defRPr>
            </a:lvl7pPr>
            <a:lvl8pPr>
              <a:defRPr sz="3225" b="1">
                <a:solidFill>
                  <a:srgbClr val="14293E"/>
                </a:solidFill>
                <a:latin typeface="DejaVu Sans"/>
                <a:ea typeface="DejaVu Sans"/>
                <a:cs typeface="DejaVu Sans"/>
              </a:defRPr>
            </a:lvl8pPr>
            <a:lvl9pPr>
              <a:defRPr sz="3225" b="1">
                <a:solidFill>
                  <a:srgbClr val="14293E"/>
                </a:solidFill>
                <a:latin typeface="DejaVu Sans"/>
                <a:ea typeface="DejaVu Sans"/>
                <a:cs typeface="DejaVu Sans"/>
              </a:defRPr>
            </a:lvl9pPr>
          </a:lstStyle>
          <a:p xmlns:a="http://schemas.openxmlformats.org/drawingml/2006/main">
            <a:pPr>
              <a:defRPr sz="3225" b="1">
                <a:solidFill>
                  <a:srgbClr val="14293E"/>
                </a:solidFill>
                <a:latin typeface="DejaVu Sans"/>
                <a:ea typeface="DejaVu Sans"/>
                <a:cs typeface="DejaVu Sans"/>
              </a:defRPr>
            </a:pPr>
            <a:r>
              <a:rPr sz="3225" b="1">
                <a:solidFill>
                  <a:srgbClr val="14293E"/>
                </a:solidFill>
                <a:latin typeface="DejaVu Sans"/>
                <a:ea typeface="DejaVu Sans"/>
                <a:cs typeface="DejaVu Sans"/>
              </a:rPr>
              <a:t>Les outils disponibles</a:t>
            </a:r>
          </a:p>
        </p:txBody>
      </p:sp>
      <p:sp>
        <p:nvSpPr>
          <p:cNvPr id="2" name="subtitle">
            <a:extLst xmlns:a="http://schemas.openxmlformats.org/drawingml/2006/main">
              <a:ext uri="{FF2B5EF4-FFF2-40B4-BE49-F238E27FC236}">
                <a16:creationId xmlns:a16="http://schemas.microsoft.com/office/drawing/2014/main" id="{F71C6D99-565C-4C69-9741-869555324BA3}"/>
              </a:ext>
            </a:extLst>
          </p:cNvPr>
          <p:cNvSpPr>
            <a:spLocks xmlns:a="http://schemas.openxmlformats.org/drawingml/2006/main" noGrp="1"/>
          </p:cNvSpPr>
          <p:nvPr/>
        </p:nvSpPr>
        <p:spPr>
          <a:xfrm xmlns:a="http://schemas.openxmlformats.org/drawingml/2006/main">
            <a:off x="628650" y="1114425"/>
            <a:ext cx="1091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579"/>
                </a:solidFill>
                <a:latin typeface="DejaVu Sans"/>
                <a:ea typeface="DejaVu Sans"/>
                <a:cs typeface="DejaVu Sans"/>
              </a:defRPr>
            </a:defPPr>
            <a:lvl1pPr>
              <a:defRPr sz="1800" b="0">
                <a:solidFill>
                  <a:srgbClr val="526579"/>
                </a:solidFill>
                <a:latin typeface="DejaVu Sans"/>
                <a:ea typeface="DejaVu Sans"/>
                <a:cs typeface="DejaVu Sans"/>
              </a:defRPr>
            </a:lvl1pPr>
            <a:lvl2pPr>
              <a:defRPr sz="1800" b="0">
                <a:solidFill>
                  <a:srgbClr val="526579"/>
                </a:solidFill>
                <a:latin typeface="DejaVu Sans"/>
                <a:ea typeface="DejaVu Sans"/>
                <a:cs typeface="DejaVu Sans"/>
              </a:defRPr>
            </a:lvl2pPr>
            <a:lvl3pPr>
              <a:defRPr sz="1800" b="0">
                <a:solidFill>
                  <a:srgbClr val="526579"/>
                </a:solidFill>
                <a:latin typeface="DejaVu Sans"/>
                <a:ea typeface="DejaVu Sans"/>
                <a:cs typeface="DejaVu Sans"/>
              </a:defRPr>
            </a:lvl3pPr>
            <a:lvl4pPr>
              <a:defRPr sz="1800" b="0">
                <a:solidFill>
                  <a:srgbClr val="526579"/>
                </a:solidFill>
                <a:latin typeface="DejaVu Sans"/>
                <a:ea typeface="DejaVu Sans"/>
                <a:cs typeface="DejaVu Sans"/>
              </a:defRPr>
            </a:lvl4pPr>
            <a:lvl5pPr>
              <a:defRPr sz="1800" b="0">
                <a:solidFill>
                  <a:srgbClr val="526579"/>
                </a:solidFill>
                <a:latin typeface="DejaVu Sans"/>
                <a:ea typeface="DejaVu Sans"/>
                <a:cs typeface="DejaVu Sans"/>
              </a:defRPr>
            </a:lvl5pPr>
            <a:lvl6pPr>
              <a:defRPr sz="1800" b="0">
                <a:solidFill>
                  <a:srgbClr val="526579"/>
                </a:solidFill>
                <a:latin typeface="DejaVu Sans"/>
                <a:ea typeface="DejaVu Sans"/>
                <a:cs typeface="DejaVu Sans"/>
              </a:defRPr>
            </a:lvl6pPr>
            <a:lvl7pPr>
              <a:defRPr sz="1800" b="0">
                <a:solidFill>
                  <a:srgbClr val="526579"/>
                </a:solidFill>
                <a:latin typeface="DejaVu Sans"/>
                <a:ea typeface="DejaVu Sans"/>
                <a:cs typeface="DejaVu Sans"/>
              </a:defRPr>
            </a:lvl7pPr>
            <a:lvl8pPr>
              <a:defRPr sz="1800" b="0">
                <a:solidFill>
                  <a:srgbClr val="526579"/>
                </a:solidFill>
                <a:latin typeface="DejaVu Sans"/>
                <a:ea typeface="DejaVu Sans"/>
                <a:cs typeface="DejaVu Sans"/>
              </a:defRPr>
            </a:lvl8pPr>
            <a:lvl9pPr>
              <a:defRPr sz="1800" b="0">
                <a:solidFill>
                  <a:srgbClr val="526579"/>
                </a:solidFill>
                <a:latin typeface="DejaVu Sans"/>
                <a:ea typeface="DejaVu Sans"/>
                <a:cs typeface="DejaVu Sans"/>
              </a:defRPr>
            </a:lvl9pPr>
          </a:lstStyle>
          <a:p xmlns:a="http://schemas.openxmlformats.org/drawingml/2006/main">
            <a:pPr>
              <a:defRPr sz="1800" b="0">
                <a:solidFill>
                  <a:srgbClr val="526579"/>
                </a:solidFill>
                <a:latin typeface="DejaVu Sans"/>
                <a:ea typeface="DejaVu Sans"/>
                <a:cs typeface="DejaVu Sans"/>
              </a:defRPr>
            </a:pPr>
            <a:r>
              <a:rPr sz="1800" b="0">
                <a:solidFill>
                  <a:srgbClr val="526579"/>
                </a:solidFill>
                <a:latin typeface="DejaVu Sans"/>
                <a:ea typeface="DejaVu Sans"/>
                <a:cs typeface="DejaVu Sans"/>
              </a:rPr>
              <a:t>Les outils du kit complètent les capacités natives de Continue</a:t>
            </a:r>
          </a:p>
        </p:txBody>
      </p:sp>
      <p:sp>
        <p:nvSpPr>
          <p:cNvPr id="3" name="footer">
            <a:extLst xmlns:a="http://schemas.openxmlformats.org/drawingml/2006/main">
              <a:ext uri="{FF2B5EF4-FFF2-40B4-BE49-F238E27FC236}">
                <a16:creationId xmlns:a16="http://schemas.microsoft.com/office/drawing/2014/main" id="{B3B181B1-C7A6-4834-81FE-F2781C784FBF}"/>
              </a:ext>
            </a:extLst>
          </p:cNvPr>
          <p:cNvSpPr>
            <a:spLocks xmlns:a="http://schemas.openxmlformats.org/drawingml/2006/main" noGrp="1"/>
          </p:cNvSpPr>
          <p:nvPr/>
        </p:nvSpPr>
        <p:spPr>
          <a:xfrm xmlns:a="http://schemas.openxmlformats.org/drawingml/2006/main">
            <a:off x="628650" y="6429375"/>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579"/>
                </a:solidFill>
                <a:latin typeface="DejaVu Sans"/>
                <a:ea typeface="DejaVu Sans"/>
                <a:cs typeface="DejaVu Sans"/>
              </a:defRPr>
            </a:defPPr>
            <a:lvl1pPr>
              <a:defRPr sz="1200" b="0">
                <a:solidFill>
                  <a:srgbClr val="526579"/>
                </a:solidFill>
                <a:latin typeface="DejaVu Sans"/>
                <a:ea typeface="DejaVu Sans"/>
                <a:cs typeface="DejaVu Sans"/>
              </a:defRPr>
            </a:lvl1pPr>
            <a:lvl2pPr>
              <a:defRPr sz="1200" b="0">
                <a:solidFill>
                  <a:srgbClr val="526579"/>
                </a:solidFill>
                <a:latin typeface="DejaVu Sans"/>
                <a:ea typeface="DejaVu Sans"/>
                <a:cs typeface="DejaVu Sans"/>
              </a:defRPr>
            </a:lvl2pPr>
            <a:lvl3pPr>
              <a:defRPr sz="1200" b="0">
                <a:solidFill>
                  <a:srgbClr val="526579"/>
                </a:solidFill>
                <a:latin typeface="DejaVu Sans"/>
                <a:ea typeface="DejaVu Sans"/>
                <a:cs typeface="DejaVu Sans"/>
              </a:defRPr>
            </a:lvl3pPr>
            <a:lvl4pPr>
              <a:defRPr sz="1200" b="0">
                <a:solidFill>
                  <a:srgbClr val="526579"/>
                </a:solidFill>
                <a:latin typeface="DejaVu Sans"/>
                <a:ea typeface="DejaVu Sans"/>
                <a:cs typeface="DejaVu Sans"/>
              </a:defRPr>
            </a:lvl4pPr>
            <a:lvl5pPr>
              <a:defRPr sz="1200" b="0">
                <a:solidFill>
                  <a:srgbClr val="526579"/>
                </a:solidFill>
                <a:latin typeface="DejaVu Sans"/>
                <a:ea typeface="DejaVu Sans"/>
                <a:cs typeface="DejaVu Sans"/>
              </a:defRPr>
            </a:lvl5pPr>
            <a:lvl6pPr>
              <a:defRPr sz="1200" b="0">
                <a:solidFill>
                  <a:srgbClr val="526579"/>
                </a:solidFill>
                <a:latin typeface="DejaVu Sans"/>
                <a:ea typeface="DejaVu Sans"/>
                <a:cs typeface="DejaVu Sans"/>
              </a:defRPr>
            </a:lvl6pPr>
            <a:lvl7pPr>
              <a:defRPr sz="1200" b="0">
                <a:solidFill>
                  <a:srgbClr val="526579"/>
                </a:solidFill>
                <a:latin typeface="DejaVu Sans"/>
                <a:ea typeface="DejaVu Sans"/>
                <a:cs typeface="DejaVu Sans"/>
              </a:defRPr>
            </a:lvl7pPr>
            <a:lvl8pPr>
              <a:defRPr sz="1200" b="0">
                <a:solidFill>
                  <a:srgbClr val="526579"/>
                </a:solidFill>
                <a:latin typeface="DejaVu Sans"/>
                <a:ea typeface="DejaVu Sans"/>
                <a:cs typeface="DejaVu Sans"/>
              </a:defRPr>
            </a:lvl8pPr>
            <a:lvl9pPr>
              <a:defRPr sz="1200" b="0">
                <a:solidFill>
                  <a:srgbClr val="526579"/>
                </a:solidFill>
                <a:latin typeface="DejaVu Sans"/>
                <a:ea typeface="DejaVu Sans"/>
                <a:cs typeface="DejaVu Sans"/>
              </a:defRPr>
            </a:lvl9pPr>
          </a:lstStyle>
          <a:p xmlns:a="http://schemas.openxmlformats.org/drawingml/2006/main">
            <a:pPr>
              <a:defRPr sz="1200" b="0">
                <a:solidFill>
                  <a:srgbClr val="526579"/>
                </a:solidFill>
                <a:latin typeface="DejaVu Sans"/>
                <a:ea typeface="DejaVu Sans"/>
                <a:cs typeface="DejaVu Sans"/>
              </a:defRPr>
            </a:pPr>
            <a:r>
              <a:rPr sz="1200" b="0">
                <a:solidFill>
                  <a:srgbClr val="526579"/>
                </a:solidFill>
                <a:latin typeface="DejaVu Sans"/>
                <a:ea typeface="DejaVu Sans"/>
                <a:cs typeface="DejaVu Sans"/>
              </a:rPr>
              <a:t>Assistant interne · État fonctionnel · 27 octobre 2026</a:t>
            </a:r>
          </a:p>
        </p:txBody>
      </p:sp>
      <p:sp>
        <p:nvSpPr>
          <p:cNvPr id="4" name="page">
            <a:extLst xmlns:a="http://schemas.openxmlformats.org/drawingml/2006/main">
              <a:ext uri="{FF2B5EF4-FFF2-40B4-BE49-F238E27FC236}">
                <a16:creationId xmlns:a16="http://schemas.microsoft.com/office/drawing/2014/main" id="{7E857EEC-41CE-452B-8DAA-AB8B14FE87C0}"/>
              </a:ext>
            </a:extLst>
          </p:cNvPr>
          <p:cNvSpPr>
            <a:spLocks xmlns:a="http://schemas.openxmlformats.org/drawingml/2006/main" noGrp="1"/>
          </p:cNvSpPr>
          <p:nvPr/>
        </p:nvSpPr>
        <p:spPr>
          <a:xfrm xmlns:a="http://schemas.openxmlformats.org/drawingml/2006/main">
            <a:off x="11096625" y="63912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126A85"/>
                </a:solidFill>
                <a:latin typeface="DejaVu Sans"/>
                <a:ea typeface="DejaVu Sans"/>
                <a:cs typeface="DejaVu Sans"/>
              </a:defRPr>
            </a:defPPr>
            <a:lvl1pPr>
              <a:defRPr sz="1650" b="1">
                <a:solidFill>
                  <a:srgbClr val="126A85"/>
                </a:solidFill>
                <a:latin typeface="DejaVu Sans"/>
                <a:ea typeface="DejaVu Sans"/>
                <a:cs typeface="DejaVu Sans"/>
              </a:defRPr>
            </a:lvl1pPr>
            <a:lvl2pPr>
              <a:defRPr sz="1650" b="1">
                <a:solidFill>
                  <a:srgbClr val="126A85"/>
                </a:solidFill>
                <a:latin typeface="DejaVu Sans"/>
                <a:ea typeface="DejaVu Sans"/>
                <a:cs typeface="DejaVu Sans"/>
              </a:defRPr>
            </a:lvl2pPr>
            <a:lvl3pPr>
              <a:defRPr sz="1650" b="1">
                <a:solidFill>
                  <a:srgbClr val="126A85"/>
                </a:solidFill>
                <a:latin typeface="DejaVu Sans"/>
                <a:ea typeface="DejaVu Sans"/>
                <a:cs typeface="DejaVu Sans"/>
              </a:defRPr>
            </a:lvl3pPr>
            <a:lvl4pPr>
              <a:defRPr sz="1650" b="1">
                <a:solidFill>
                  <a:srgbClr val="126A85"/>
                </a:solidFill>
                <a:latin typeface="DejaVu Sans"/>
                <a:ea typeface="DejaVu Sans"/>
                <a:cs typeface="DejaVu Sans"/>
              </a:defRPr>
            </a:lvl4pPr>
            <a:lvl5pPr>
              <a:defRPr sz="1650" b="1">
                <a:solidFill>
                  <a:srgbClr val="126A85"/>
                </a:solidFill>
                <a:latin typeface="DejaVu Sans"/>
                <a:ea typeface="DejaVu Sans"/>
                <a:cs typeface="DejaVu Sans"/>
              </a:defRPr>
            </a:lvl5pPr>
            <a:lvl6pPr>
              <a:defRPr sz="1650" b="1">
                <a:solidFill>
                  <a:srgbClr val="126A85"/>
                </a:solidFill>
                <a:latin typeface="DejaVu Sans"/>
                <a:ea typeface="DejaVu Sans"/>
                <a:cs typeface="DejaVu Sans"/>
              </a:defRPr>
            </a:lvl6pPr>
            <a:lvl7pPr>
              <a:defRPr sz="1650" b="1">
                <a:solidFill>
                  <a:srgbClr val="126A85"/>
                </a:solidFill>
                <a:latin typeface="DejaVu Sans"/>
                <a:ea typeface="DejaVu Sans"/>
                <a:cs typeface="DejaVu Sans"/>
              </a:defRPr>
            </a:lvl7pPr>
            <a:lvl8pPr>
              <a:defRPr sz="1650" b="1">
                <a:solidFill>
                  <a:srgbClr val="126A85"/>
                </a:solidFill>
                <a:latin typeface="DejaVu Sans"/>
                <a:ea typeface="DejaVu Sans"/>
                <a:cs typeface="DejaVu Sans"/>
              </a:defRPr>
            </a:lvl8pPr>
            <a:lvl9pPr>
              <a:defRPr sz="1650" b="1">
                <a:solidFill>
                  <a:srgbClr val="126A85"/>
                </a:solidFill>
                <a:latin typeface="DejaVu Sans"/>
                <a:ea typeface="DejaVu Sans"/>
                <a:cs typeface="DejaVu Sans"/>
              </a:defRPr>
            </a:lvl9pPr>
          </a:lstStyle>
          <a:p xmlns:a="http://schemas.openxmlformats.org/drawingml/2006/main">
            <a:pPr>
              <a:defRPr sz="1650" b="1">
                <a:solidFill>
                  <a:srgbClr val="126A85"/>
                </a:solidFill>
                <a:latin typeface="DejaVu Sans"/>
                <a:ea typeface="DejaVu Sans"/>
                <a:cs typeface="DejaVu Sans"/>
              </a:defRPr>
            </a:pPr>
            <a:r>
              <a:rPr sz="1650" b="1">
                <a:solidFill>
                  <a:srgbClr val="126A85"/>
                </a:solidFill>
                <a:latin typeface="DejaVu Sans"/>
                <a:ea typeface="DejaVu Sans"/>
                <a:cs typeface="DejaVu Sans"/>
              </a:rPr>
              <a:t>02</a:t>
            </a:r>
          </a:p>
        </p:txBody>
      </p:sp>
      <p:graphicFrame>
        <p:nvGraphicFramePr>
          <p:cNvPr id="5" name="">
            <a:extLst xmlns:a="http://schemas.openxmlformats.org/drawingml/2006/main">
              <a:ext uri="{FF2B5EF4-FFF2-40B4-BE49-F238E27FC236}">
                <a16:creationId xmlns:a16="http://schemas.microsoft.com/office/drawing/2014/main" id="{76D77E32-B6F9-4200-B7F6-2ACE704A3B87}"/>
              </a:ext>
            </a:extLst>
          </p:cNvPr>
          <p:cNvGraphicFramePr/>
          <p:nvPr/>
        </p:nvGraphicFramePr>
        <p:xfrm>
          <a:off xmlns:a="http://schemas.openxmlformats.org/drawingml/2006/main" x="609600" y="1847850"/>
          <a:ext xmlns:a="http://schemas.openxmlformats.org/drawingml/2006/main" cx="10972800" cy="3943350"/>
        </p:xfrm>
        <a:graphic xmlns:a="http://schemas.openxmlformats.org/drawingml/2006/main">
          <a:graphicData uri="http://schemas.openxmlformats.org/drawingml/2006/table">
            <a:tbl>
              <a:tblPr/>
              <a:tblGrid>
                <a:gridCol w="4191000"/>
                <a:gridCol w="6781800"/>
              </a:tblGrid>
              <a:tr h="657225">
                <a:tc>
                  <a:txBody>
                    <a:bodyPr/>
                    <a:lstStyle/>
                    <a:p>
                      <a:r>
                        <a:rPr sz="1650" b="1">
                          <a:solidFill>
                            <a:srgbClr val="FFFFFF"/>
                          </a:solidFill>
                          <a:latin typeface="DejaVu Sans"/>
                          <a:ea typeface="DejaVu Sans"/>
                          <a:cs typeface="DejaVu Sans"/>
                        </a:rPr>
                        <a:t>Besoin</a:t>
                      </a:r>
                    </a:p>
                  </a:txBody>
                  <a:tcPr marL="91440" marR="91440" marT="45720" marB="45720">
                    <a:lnL w="6668">
                      <a:solidFill>
                        <a:srgbClr val="D8E1E9"/>
                      </a:solidFill>
                      <a:prstDash val="solid"/>
                    </a:lnL>
                    <a:lnR w="6668">
                      <a:solidFill>
                        <a:srgbClr val="D8E1E9"/>
                      </a:solidFill>
                      <a:prstDash val="solid"/>
                    </a:lnR>
                    <a:lnT w="6668">
                      <a:solidFill>
                        <a:srgbClr val="D8E1E9"/>
                      </a:solidFill>
                      <a:prstDash val="solid"/>
                    </a:lnT>
                    <a:lnB w="6668">
                      <a:solidFill>
                        <a:srgbClr val="D8E1E9"/>
                      </a:solidFill>
                      <a:prstDash val="solid"/>
                    </a:lnB>
                    <a:solidFill>
                      <a:srgbClr val="14293E"/>
                    </a:solidFill>
                  </a:tcPr>
                </a:tc>
                <a:tc>
                  <a:txBody>
                    <a:bodyPr/>
                    <a:lstStyle/>
                    <a:p>
                      <a:r>
                        <a:rPr sz="1650" b="1">
                          <a:solidFill>
                            <a:srgbClr val="FFFFFF"/>
                          </a:solidFill>
                          <a:latin typeface="DejaVu Sans"/>
                          <a:ea typeface="DejaVu Sans"/>
                          <a:cs typeface="DejaVu Sans"/>
                        </a:rPr>
                        <a:t>Outils MCP principaux</a:t>
                      </a:r>
                    </a:p>
                  </a:txBody>
                  <a:tcPr marL="91440" marR="91440" marT="45720" marB="45720">
                    <a:lnR w="6668">
                      <a:solidFill>
                        <a:srgbClr val="D8E1E9"/>
                      </a:solidFill>
                      <a:prstDash val="solid"/>
                    </a:lnR>
                    <a:lnT w="6668">
                      <a:solidFill>
                        <a:srgbClr val="D8E1E9"/>
                      </a:solidFill>
                      <a:prstDash val="solid"/>
                    </a:lnT>
                    <a:lnB w="6668">
                      <a:solidFill>
                        <a:srgbClr val="D8E1E9"/>
                      </a:solidFill>
                      <a:prstDash val="solid"/>
                    </a:lnB>
                    <a:solidFill>
                      <a:srgbClr val="14293E"/>
                    </a:solidFill>
                  </a:tcPr>
                </a:tc>
              </a:tr>
              <a:tr h="657225">
                <a:tc>
                  <a:txBody>
                    <a:bodyPr/>
                    <a:lstStyle/>
                    <a:p>
                      <a:r>
                        <a:rPr sz="1800" b="1">
                          <a:solidFill>
                            <a:srgbClr val="14293E"/>
                          </a:solidFill>
                          <a:latin typeface="DejaVu Sans"/>
                          <a:ea typeface="DejaVu Sans"/>
                          <a:cs typeface="DejaVu Sans"/>
                        </a:rPr>
                        <a:t>Comprendre le projet</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FFFFF"/>
                    </a:solidFill>
                  </a:tcPr>
                </a:tc>
                <a:tc>
                  <a:txBody>
                    <a:bodyPr/>
                    <a:lstStyle/>
                    <a:p>
                      <a:r>
                        <a:rPr sz="1800" b="0">
                          <a:solidFill>
                            <a:srgbClr val="14293E"/>
                          </a:solidFill>
                          <a:latin typeface="DejaVu Sans"/>
                          <a:ea typeface="DejaVu Sans"/>
                          <a:cs typeface="DejaVu Sans"/>
                        </a:rPr>
                        <a:t>project_facts, code_context</a:t>
                      </a:r>
                    </a:p>
                  </a:txBody>
                  <a:tcPr marL="91440" marR="91440" marT="45720" marB="45720">
                    <a:lnR w="6668">
                      <a:solidFill>
                        <a:srgbClr val="D8E1E9"/>
                      </a:solidFill>
                      <a:prstDash val="solid"/>
                    </a:lnR>
                    <a:lnB w="6668">
                      <a:solidFill>
                        <a:srgbClr val="D8E1E9"/>
                      </a:solidFill>
                      <a:prstDash val="solid"/>
                    </a:lnB>
                    <a:solidFill>
                      <a:srgbClr val="FFFFFF"/>
                    </a:solidFill>
                  </a:tcPr>
                </a:tc>
              </a:tr>
              <a:tr h="657225">
                <a:tc>
                  <a:txBody>
                    <a:bodyPr/>
                    <a:lstStyle/>
                    <a:p>
                      <a:r>
                        <a:rPr sz="1800" b="1">
                          <a:solidFill>
                            <a:srgbClr val="14293E"/>
                          </a:solidFill>
                          <a:latin typeface="DejaVu Sans"/>
                          <a:ea typeface="DejaVu Sans"/>
                          <a:cs typeface="DejaVu Sans"/>
                        </a:rPr>
                        <a:t>Modifier et contrôler</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0F4F7"/>
                    </a:solidFill>
                  </a:tcPr>
                </a:tc>
                <a:tc>
                  <a:txBody>
                    <a:bodyPr/>
                    <a:lstStyle/>
                    <a:p>
                      <a:r>
                        <a:rPr sz="1800" b="0">
                          <a:solidFill>
                            <a:srgbClr val="14293E"/>
                          </a:solidFill>
                          <a:latin typeface="DejaVu Sans"/>
                          <a:ea typeface="DejaVu Sans"/>
                          <a:cs typeface="DejaVu Sans"/>
                        </a:rPr>
                        <a:t>replace_document, diagnose_changes, verify_changes</a:t>
                      </a:r>
                    </a:p>
                  </a:txBody>
                  <a:tcPr marL="91440" marR="91440" marT="45720" marB="45720">
                    <a:lnR w="6668">
                      <a:solidFill>
                        <a:srgbClr val="D8E1E9"/>
                      </a:solidFill>
                      <a:prstDash val="solid"/>
                    </a:lnR>
                    <a:lnB w="6668">
                      <a:solidFill>
                        <a:srgbClr val="D8E1E9"/>
                      </a:solidFill>
                      <a:prstDash val="solid"/>
                    </a:lnB>
                    <a:solidFill>
                      <a:srgbClr val="F0F4F7"/>
                    </a:solidFill>
                  </a:tcPr>
                </a:tc>
              </a:tr>
              <a:tr h="657225">
                <a:tc>
                  <a:txBody>
                    <a:bodyPr/>
                    <a:lstStyle/>
                    <a:p>
                      <a:r>
                        <a:rPr sz="1800" b="1">
                          <a:solidFill>
                            <a:srgbClr val="14293E"/>
                          </a:solidFill>
                          <a:latin typeface="DejaVu Sans"/>
                          <a:ea typeface="DejaVu Sans"/>
                          <a:cs typeface="DejaVu Sans"/>
                        </a:rPr>
                        <a:t>Travailler sur Confluence</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FFFFF"/>
                    </a:solidFill>
                  </a:tcPr>
                </a:tc>
                <a:tc>
                  <a:txBody>
                    <a:bodyPr/>
                    <a:lstStyle/>
                    <a:p>
                      <a:r>
                        <a:rPr sz="1800" b="0">
                          <a:solidFill>
                            <a:srgbClr val="14293E"/>
                          </a:solidFill>
                          <a:latin typeface="DejaVu Sans"/>
                          <a:ea typeface="DejaVu Sans"/>
                          <a:cs typeface="DejaVu Sans"/>
                        </a:rPr>
                        <a:t>confluence_pages, confluence_document</a:t>
                      </a:r>
                    </a:p>
                  </a:txBody>
                  <a:tcPr marL="91440" marR="91440" marT="45720" marB="45720">
                    <a:lnR w="6668">
                      <a:solidFill>
                        <a:srgbClr val="D8E1E9"/>
                      </a:solidFill>
                      <a:prstDash val="solid"/>
                    </a:lnR>
                    <a:lnB w="6668">
                      <a:solidFill>
                        <a:srgbClr val="D8E1E9"/>
                      </a:solidFill>
                      <a:prstDash val="solid"/>
                    </a:lnB>
                    <a:solidFill>
                      <a:srgbClr val="FFFFFF"/>
                    </a:solidFill>
                  </a:tcPr>
                </a:tc>
              </a:tr>
              <a:tr h="657225">
                <a:tc>
                  <a:txBody>
                    <a:bodyPr/>
                    <a:lstStyle/>
                    <a:p>
                      <a:r>
                        <a:rPr sz="1800" b="1">
                          <a:solidFill>
                            <a:srgbClr val="14293E"/>
                          </a:solidFill>
                          <a:latin typeface="DejaVu Sans"/>
                          <a:ea typeface="DejaVu Sans"/>
                          <a:cs typeface="DejaVu Sans"/>
                        </a:rPr>
                        <a:t>Suivre un travail</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0F4F7"/>
                    </a:solidFill>
                  </a:tcPr>
                </a:tc>
                <a:tc>
                  <a:txBody>
                    <a:bodyPr/>
                    <a:lstStyle/>
                    <a:p>
                      <a:r>
                        <a:rPr sz="1800" b="0">
                          <a:solidFill>
                            <a:srgbClr val="14293E"/>
                          </a:solidFill>
                          <a:latin typeface="DejaVu Sans"/>
                          <a:ea typeface="DejaVu Sans"/>
                          <a:cs typeface="DejaVu Sans"/>
                        </a:rPr>
                        <a:t>start_task, task_status, checkpoint, submit_task</a:t>
                      </a:r>
                    </a:p>
                  </a:txBody>
                  <a:tcPr marL="91440" marR="91440" marT="45720" marB="45720">
                    <a:lnR w="6668">
                      <a:solidFill>
                        <a:srgbClr val="D8E1E9"/>
                      </a:solidFill>
                      <a:prstDash val="solid"/>
                    </a:lnR>
                    <a:lnB w="6668">
                      <a:solidFill>
                        <a:srgbClr val="D8E1E9"/>
                      </a:solidFill>
                      <a:prstDash val="solid"/>
                    </a:lnB>
                    <a:solidFill>
                      <a:srgbClr val="F0F4F7"/>
                    </a:solidFill>
                  </a:tcPr>
                </a:tc>
              </a:tr>
              <a:tr h="657225">
                <a:tc>
                  <a:txBody>
                    <a:bodyPr/>
                    <a:lstStyle/>
                    <a:p>
                      <a:r>
                        <a:rPr sz="1800" b="1">
                          <a:solidFill>
                            <a:srgbClr val="14293E"/>
                          </a:solidFill>
                          <a:latin typeface="DejaVu Sans"/>
                          <a:ea typeface="DejaVu Sans"/>
                          <a:cs typeface="DejaVu Sans"/>
                        </a:rPr>
                        <a:t>Tester et consulter une référence¹</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FFFFF"/>
                    </a:solidFill>
                  </a:tcPr>
                </a:tc>
                <a:tc>
                  <a:txBody>
                    <a:bodyPr/>
                    <a:lstStyle/>
                    <a:p>
                      <a:r>
                        <a:rPr sz="1800" b="0">
                          <a:solidFill>
                            <a:srgbClr val="14293E"/>
                          </a:solidFill>
                          <a:latin typeface="DejaVu Sans"/>
                          <a:ea typeface="DejaVu Sans"/>
                          <a:cs typeface="DejaVu Sans"/>
                        </a:rPr>
                        <a:t>run_project_test, read_reference</a:t>
                      </a:r>
                    </a:p>
                  </a:txBody>
                  <a:tcPr marL="91440" marR="91440" marT="45720" marB="45720">
                    <a:lnR w="6668">
                      <a:solidFill>
                        <a:srgbClr val="D8E1E9"/>
                      </a:solidFill>
                      <a:prstDash val="solid"/>
                    </a:lnR>
                    <a:lnB w="6668">
                      <a:solidFill>
                        <a:srgbClr val="D8E1E9"/>
                      </a:solidFill>
                      <a:prstDash val="solid"/>
                    </a:lnB>
                    <a:solidFill>
                      <a:srgbClr val="FFFFFF"/>
                    </a:solidFill>
                  </a:tcPr>
                </a:tc>
              </a:tr>
            </a:tbl>
          </a:graphicData>
        </a:graphic>
      </p:graphicFrame>
      <p:sp>
        <p:nvSpPr>
          <p:cNvPr id="6" name="new">
            <a:extLst xmlns:a="http://schemas.openxmlformats.org/drawingml/2006/main">
              <a:ext uri="{FF2B5EF4-FFF2-40B4-BE49-F238E27FC236}">
                <a16:creationId xmlns:a16="http://schemas.microsoft.com/office/drawing/2014/main" id="{9F0F7F57-B24A-46A4-B9B3-4E77401E4433}"/>
              </a:ext>
            </a:extLst>
          </p:cNvPr>
          <p:cNvSpPr>
            <a:spLocks xmlns:a="http://schemas.openxmlformats.org/drawingml/2006/main" noGrp="1"/>
          </p:cNvSpPr>
          <p:nvPr/>
        </p:nvSpPr>
        <p:spPr>
          <a:xfrm xmlns:a="http://schemas.openxmlformats.org/drawingml/2006/main">
            <a:off x="628650" y="596265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526579"/>
                </a:solidFill>
                <a:latin typeface="DejaVu Sans"/>
                <a:ea typeface="DejaVu Sans"/>
                <a:cs typeface="DejaVu Sans"/>
              </a:defRPr>
            </a:defPPr>
            <a:lvl1pPr>
              <a:defRPr sz="1575" b="0">
                <a:solidFill>
                  <a:srgbClr val="526579"/>
                </a:solidFill>
                <a:latin typeface="DejaVu Sans"/>
                <a:ea typeface="DejaVu Sans"/>
                <a:cs typeface="DejaVu Sans"/>
              </a:defRPr>
            </a:lvl1pPr>
            <a:lvl2pPr>
              <a:defRPr sz="1575" b="0">
                <a:solidFill>
                  <a:srgbClr val="526579"/>
                </a:solidFill>
                <a:latin typeface="DejaVu Sans"/>
                <a:ea typeface="DejaVu Sans"/>
                <a:cs typeface="DejaVu Sans"/>
              </a:defRPr>
            </a:lvl2pPr>
            <a:lvl3pPr>
              <a:defRPr sz="1575" b="0">
                <a:solidFill>
                  <a:srgbClr val="526579"/>
                </a:solidFill>
                <a:latin typeface="DejaVu Sans"/>
                <a:ea typeface="DejaVu Sans"/>
                <a:cs typeface="DejaVu Sans"/>
              </a:defRPr>
            </a:lvl3pPr>
            <a:lvl4pPr>
              <a:defRPr sz="1575" b="0">
                <a:solidFill>
                  <a:srgbClr val="526579"/>
                </a:solidFill>
                <a:latin typeface="DejaVu Sans"/>
                <a:ea typeface="DejaVu Sans"/>
                <a:cs typeface="DejaVu Sans"/>
              </a:defRPr>
            </a:lvl4pPr>
            <a:lvl5pPr>
              <a:defRPr sz="1575" b="0">
                <a:solidFill>
                  <a:srgbClr val="526579"/>
                </a:solidFill>
                <a:latin typeface="DejaVu Sans"/>
                <a:ea typeface="DejaVu Sans"/>
                <a:cs typeface="DejaVu Sans"/>
              </a:defRPr>
            </a:lvl5pPr>
            <a:lvl6pPr>
              <a:defRPr sz="1575" b="0">
                <a:solidFill>
                  <a:srgbClr val="526579"/>
                </a:solidFill>
                <a:latin typeface="DejaVu Sans"/>
                <a:ea typeface="DejaVu Sans"/>
                <a:cs typeface="DejaVu Sans"/>
              </a:defRPr>
            </a:lvl6pPr>
            <a:lvl7pPr>
              <a:defRPr sz="1575" b="0">
                <a:solidFill>
                  <a:srgbClr val="526579"/>
                </a:solidFill>
                <a:latin typeface="DejaVu Sans"/>
                <a:ea typeface="DejaVu Sans"/>
                <a:cs typeface="DejaVu Sans"/>
              </a:defRPr>
            </a:lvl7pPr>
            <a:lvl8pPr>
              <a:defRPr sz="1575" b="0">
                <a:solidFill>
                  <a:srgbClr val="526579"/>
                </a:solidFill>
                <a:latin typeface="DejaVu Sans"/>
                <a:ea typeface="DejaVu Sans"/>
                <a:cs typeface="DejaVu Sans"/>
              </a:defRPr>
            </a:lvl8pPr>
            <a:lvl9pPr>
              <a:defRPr sz="1575" b="0">
                <a:solidFill>
                  <a:srgbClr val="526579"/>
                </a:solidFill>
                <a:latin typeface="DejaVu Sans"/>
                <a:ea typeface="DejaVu Sans"/>
                <a:cs typeface="DejaVu Sans"/>
              </a:defRPr>
            </a:lvl9pPr>
          </a:lstStyle>
          <a:p xmlns:a="http://schemas.openxmlformats.org/drawingml/2006/main">
            <a:pPr>
              <a:defRPr sz="1575" b="0">
                <a:solidFill>
                  <a:srgbClr val="526579"/>
                </a:solidFill>
                <a:latin typeface="DejaVu Sans"/>
                <a:ea typeface="DejaVu Sans"/>
                <a:cs typeface="DejaVu Sans"/>
              </a:defRPr>
            </a:pPr>
            <a:r>
              <a:rPr sz="1575" b="0">
                <a:solidFill>
                  <a:srgbClr val="526579"/>
                </a:solidFill>
                <a:latin typeface="DejaVu Sans"/>
                <a:ea typeface="DejaVu Sans"/>
                <a:cs typeface="DejaVu Sans"/>
              </a:rPr>
              <a:t>¹ Ajouts livrés, validation sur le poste à compléter. search_docs reste facultatif.</a:t>
            </a:r>
          </a:p>
        </p:txBody>
      </p:sp>
    </p:spTree>
    <p:extLst>
      <p:ext uri="{BB962C8B-B14F-4D97-AF65-F5344CB8AC3E}">
        <p14:creationId xmlns:p14="http://schemas.microsoft.com/office/powerpoint/2010/main" val="1173854603"/>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1006DC41-36E6-4667-A80A-4FF136BE1122}"/>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4293E"/>
                </a:solidFill>
                <a:latin typeface="DejaVu Sans"/>
                <a:ea typeface="DejaVu Sans"/>
                <a:cs typeface="DejaVu Sans"/>
              </a:defRPr>
            </a:defPPr>
            <a:lvl1pPr>
              <a:defRPr sz="3225" b="1">
                <a:solidFill>
                  <a:srgbClr val="14293E"/>
                </a:solidFill>
                <a:latin typeface="DejaVu Sans"/>
                <a:ea typeface="DejaVu Sans"/>
                <a:cs typeface="DejaVu Sans"/>
              </a:defRPr>
            </a:lvl1pPr>
            <a:lvl2pPr>
              <a:defRPr sz="3225" b="1">
                <a:solidFill>
                  <a:srgbClr val="14293E"/>
                </a:solidFill>
                <a:latin typeface="DejaVu Sans"/>
                <a:ea typeface="DejaVu Sans"/>
                <a:cs typeface="DejaVu Sans"/>
              </a:defRPr>
            </a:lvl2pPr>
            <a:lvl3pPr>
              <a:defRPr sz="3225" b="1">
                <a:solidFill>
                  <a:srgbClr val="14293E"/>
                </a:solidFill>
                <a:latin typeface="DejaVu Sans"/>
                <a:ea typeface="DejaVu Sans"/>
                <a:cs typeface="DejaVu Sans"/>
              </a:defRPr>
            </a:lvl3pPr>
            <a:lvl4pPr>
              <a:defRPr sz="3225" b="1">
                <a:solidFill>
                  <a:srgbClr val="14293E"/>
                </a:solidFill>
                <a:latin typeface="DejaVu Sans"/>
                <a:ea typeface="DejaVu Sans"/>
                <a:cs typeface="DejaVu Sans"/>
              </a:defRPr>
            </a:lvl4pPr>
            <a:lvl5pPr>
              <a:defRPr sz="3225" b="1">
                <a:solidFill>
                  <a:srgbClr val="14293E"/>
                </a:solidFill>
                <a:latin typeface="DejaVu Sans"/>
                <a:ea typeface="DejaVu Sans"/>
                <a:cs typeface="DejaVu Sans"/>
              </a:defRPr>
            </a:lvl5pPr>
            <a:lvl6pPr>
              <a:defRPr sz="3225" b="1">
                <a:solidFill>
                  <a:srgbClr val="14293E"/>
                </a:solidFill>
                <a:latin typeface="DejaVu Sans"/>
                <a:ea typeface="DejaVu Sans"/>
                <a:cs typeface="DejaVu Sans"/>
              </a:defRPr>
            </a:lvl6pPr>
            <a:lvl7pPr>
              <a:defRPr sz="3225" b="1">
                <a:solidFill>
                  <a:srgbClr val="14293E"/>
                </a:solidFill>
                <a:latin typeface="DejaVu Sans"/>
                <a:ea typeface="DejaVu Sans"/>
                <a:cs typeface="DejaVu Sans"/>
              </a:defRPr>
            </a:lvl7pPr>
            <a:lvl8pPr>
              <a:defRPr sz="3225" b="1">
                <a:solidFill>
                  <a:srgbClr val="14293E"/>
                </a:solidFill>
                <a:latin typeface="DejaVu Sans"/>
                <a:ea typeface="DejaVu Sans"/>
                <a:cs typeface="DejaVu Sans"/>
              </a:defRPr>
            </a:lvl8pPr>
            <a:lvl9pPr>
              <a:defRPr sz="3225" b="1">
                <a:solidFill>
                  <a:srgbClr val="14293E"/>
                </a:solidFill>
                <a:latin typeface="DejaVu Sans"/>
                <a:ea typeface="DejaVu Sans"/>
                <a:cs typeface="DejaVu Sans"/>
              </a:defRPr>
            </a:lvl9pPr>
          </a:lstStyle>
          <a:p xmlns:a="http://schemas.openxmlformats.org/drawingml/2006/main">
            <a:pPr>
              <a:defRPr sz="3225" b="1">
                <a:solidFill>
                  <a:srgbClr val="14293E"/>
                </a:solidFill>
                <a:latin typeface="DejaVu Sans"/>
                <a:ea typeface="DejaVu Sans"/>
                <a:cs typeface="DejaVu Sans"/>
              </a:defRPr>
            </a:pPr>
            <a:r>
              <a:rPr sz="3225" b="1">
                <a:solidFill>
                  <a:srgbClr val="14293E"/>
                </a:solidFill>
                <a:latin typeface="DejaVu Sans"/>
                <a:ea typeface="DejaVu Sans"/>
                <a:cs typeface="DejaVu Sans"/>
              </a:rPr>
              <a:t>Usages 1 et 2 : projet et profil spécialisé</a:t>
            </a:r>
          </a:p>
        </p:txBody>
      </p:sp>
      <p:sp>
        <p:nvSpPr>
          <p:cNvPr id="2" name="subtitle">
            <a:extLst xmlns:a="http://schemas.openxmlformats.org/drawingml/2006/main">
              <a:ext uri="{FF2B5EF4-FFF2-40B4-BE49-F238E27FC236}">
                <a16:creationId xmlns:a16="http://schemas.microsoft.com/office/drawing/2014/main" id="{8792C472-576A-4FE7-8C36-8A294BA5C963}"/>
              </a:ext>
            </a:extLst>
          </p:cNvPr>
          <p:cNvSpPr>
            <a:spLocks xmlns:a="http://schemas.openxmlformats.org/drawingml/2006/main" noGrp="1"/>
          </p:cNvSpPr>
          <p:nvPr/>
        </p:nvSpPr>
        <p:spPr>
          <a:xfrm xmlns:a="http://schemas.openxmlformats.org/drawingml/2006/main">
            <a:off x="628650" y="1114425"/>
            <a:ext cx="1091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579"/>
                </a:solidFill>
                <a:latin typeface="DejaVu Sans"/>
                <a:ea typeface="DejaVu Sans"/>
                <a:cs typeface="DejaVu Sans"/>
              </a:defRPr>
            </a:defPPr>
            <a:lvl1pPr>
              <a:defRPr sz="1800" b="0">
                <a:solidFill>
                  <a:srgbClr val="526579"/>
                </a:solidFill>
                <a:latin typeface="DejaVu Sans"/>
                <a:ea typeface="DejaVu Sans"/>
                <a:cs typeface="DejaVu Sans"/>
              </a:defRPr>
            </a:lvl1pPr>
            <a:lvl2pPr>
              <a:defRPr sz="1800" b="0">
                <a:solidFill>
                  <a:srgbClr val="526579"/>
                </a:solidFill>
                <a:latin typeface="DejaVu Sans"/>
                <a:ea typeface="DejaVu Sans"/>
                <a:cs typeface="DejaVu Sans"/>
              </a:defRPr>
            </a:lvl2pPr>
            <a:lvl3pPr>
              <a:defRPr sz="1800" b="0">
                <a:solidFill>
                  <a:srgbClr val="526579"/>
                </a:solidFill>
                <a:latin typeface="DejaVu Sans"/>
                <a:ea typeface="DejaVu Sans"/>
                <a:cs typeface="DejaVu Sans"/>
              </a:defRPr>
            </a:lvl3pPr>
            <a:lvl4pPr>
              <a:defRPr sz="1800" b="0">
                <a:solidFill>
                  <a:srgbClr val="526579"/>
                </a:solidFill>
                <a:latin typeface="DejaVu Sans"/>
                <a:ea typeface="DejaVu Sans"/>
                <a:cs typeface="DejaVu Sans"/>
              </a:defRPr>
            </a:lvl4pPr>
            <a:lvl5pPr>
              <a:defRPr sz="1800" b="0">
                <a:solidFill>
                  <a:srgbClr val="526579"/>
                </a:solidFill>
                <a:latin typeface="DejaVu Sans"/>
                <a:ea typeface="DejaVu Sans"/>
                <a:cs typeface="DejaVu Sans"/>
              </a:defRPr>
            </a:lvl5pPr>
            <a:lvl6pPr>
              <a:defRPr sz="1800" b="0">
                <a:solidFill>
                  <a:srgbClr val="526579"/>
                </a:solidFill>
                <a:latin typeface="DejaVu Sans"/>
                <a:ea typeface="DejaVu Sans"/>
                <a:cs typeface="DejaVu Sans"/>
              </a:defRPr>
            </a:lvl6pPr>
            <a:lvl7pPr>
              <a:defRPr sz="1800" b="0">
                <a:solidFill>
                  <a:srgbClr val="526579"/>
                </a:solidFill>
                <a:latin typeface="DejaVu Sans"/>
                <a:ea typeface="DejaVu Sans"/>
                <a:cs typeface="DejaVu Sans"/>
              </a:defRPr>
            </a:lvl7pPr>
            <a:lvl8pPr>
              <a:defRPr sz="1800" b="0">
                <a:solidFill>
                  <a:srgbClr val="526579"/>
                </a:solidFill>
                <a:latin typeface="DejaVu Sans"/>
                <a:ea typeface="DejaVu Sans"/>
                <a:cs typeface="DejaVu Sans"/>
              </a:defRPr>
            </a:lvl8pPr>
            <a:lvl9pPr>
              <a:defRPr sz="1800" b="0">
                <a:solidFill>
                  <a:srgbClr val="526579"/>
                </a:solidFill>
                <a:latin typeface="DejaVu Sans"/>
                <a:ea typeface="DejaVu Sans"/>
                <a:cs typeface="DejaVu Sans"/>
              </a:defRPr>
            </a:lvl9pPr>
          </a:lstStyle>
          <a:p xmlns:a="http://schemas.openxmlformats.org/drawingml/2006/main">
            <a:pPr>
              <a:defRPr sz="1800" b="0">
                <a:solidFill>
                  <a:srgbClr val="526579"/>
                </a:solidFill>
                <a:latin typeface="DejaVu Sans"/>
                <a:ea typeface="DejaVu Sans"/>
                <a:cs typeface="DejaVu Sans"/>
              </a:defRPr>
            </a:pPr>
            <a:r>
              <a:rPr sz="1800" b="0">
                <a:solidFill>
                  <a:srgbClr val="526579"/>
                </a:solidFill>
                <a:latin typeface="DejaVu Sans"/>
                <a:ea typeface="DejaVu Sans"/>
                <a:cs typeface="DejaVu Sans"/>
              </a:rPr>
              <a:t>Le projet fournit le contexte technique, le profil précise la méthode de travail</a:t>
            </a:r>
          </a:p>
        </p:txBody>
      </p:sp>
      <p:sp>
        <p:nvSpPr>
          <p:cNvPr id="3" name="footer">
            <a:extLst xmlns:a="http://schemas.openxmlformats.org/drawingml/2006/main">
              <a:ext uri="{FF2B5EF4-FFF2-40B4-BE49-F238E27FC236}">
                <a16:creationId xmlns:a16="http://schemas.microsoft.com/office/drawing/2014/main" id="{FB45E6DF-8A8E-41E2-95E1-92F1321330CC}"/>
              </a:ext>
            </a:extLst>
          </p:cNvPr>
          <p:cNvSpPr>
            <a:spLocks xmlns:a="http://schemas.openxmlformats.org/drawingml/2006/main" noGrp="1"/>
          </p:cNvSpPr>
          <p:nvPr/>
        </p:nvSpPr>
        <p:spPr>
          <a:xfrm xmlns:a="http://schemas.openxmlformats.org/drawingml/2006/main">
            <a:off x="628650" y="6429375"/>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579"/>
                </a:solidFill>
                <a:latin typeface="DejaVu Sans"/>
                <a:ea typeface="DejaVu Sans"/>
                <a:cs typeface="DejaVu Sans"/>
              </a:defRPr>
            </a:defPPr>
            <a:lvl1pPr>
              <a:defRPr sz="1200" b="0">
                <a:solidFill>
                  <a:srgbClr val="526579"/>
                </a:solidFill>
                <a:latin typeface="DejaVu Sans"/>
                <a:ea typeface="DejaVu Sans"/>
                <a:cs typeface="DejaVu Sans"/>
              </a:defRPr>
            </a:lvl1pPr>
            <a:lvl2pPr>
              <a:defRPr sz="1200" b="0">
                <a:solidFill>
                  <a:srgbClr val="526579"/>
                </a:solidFill>
                <a:latin typeface="DejaVu Sans"/>
                <a:ea typeface="DejaVu Sans"/>
                <a:cs typeface="DejaVu Sans"/>
              </a:defRPr>
            </a:lvl2pPr>
            <a:lvl3pPr>
              <a:defRPr sz="1200" b="0">
                <a:solidFill>
                  <a:srgbClr val="526579"/>
                </a:solidFill>
                <a:latin typeface="DejaVu Sans"/>
                <a:ea typeface="DejaVu Sans"/>
                <a:cs typeface="DejaVu Sans"/>
              </a:defRPr>
            </a:lvl3pPr>
            <a:lvl4pPr>
              <a:defRPr sz="1200" b="0">
                <a:solidFill>
                  <a:srgbClr val="526579"/>
                </a:solidFill>
                <a:latin typeface="DejaVu Sans"/>
                <a:ea typeface="DejaVu Sans"/>
                <a:cs typeface="DejaVu Sans"/>
              </a:defRPr>
            </a:lvl4pPr>
            <a:lvl5pPr>
              <a:defRPr sz="1200" b="0">
                <a:solidFill>
                  <a:srgbClr val="526579"/>
                </a:solidFill>
                <a:latin typeface="DejaVu Sans"/>
                <a:ea typeface="DejaVu Sans"/>
                <a:cs typeface="DejaVu Sans"/>
              </a:defRPr>
            </a:lvl5pPr>
            <a:lvl6pPr>
              <a:defRPr sz="1200" b="0">
                <a:solidFill>
                  <a:srgbClr val="526579"/>
                </a:solidFill>
                <a:latin typeface="DejaVu Sans"/>
                <a:ea typeface="DejaVu Sans"/>
                <a:cs typeface="DejaVu Sans"/>
              </a:defRPr>
            </a:lvl6pPr>
            <a:lvl7pPr>
              <a:defRPr sz="1200" b="0">
                <a:solidFill>
                  <a:srgbClr val="526579"/>
                </a:solidFill>
                <a:latin typeface="DejaVu Sans"/>
                <a:ea typeface="DejaVu Sans"/>
                <a:cs typeface="DejaVu Sans"/>
              </a:defRPr>
            </a:lvl7pPr>
            <a:lvl8pPr>
              <a:defRPr sz="1200" b="0">
                <a:solidFill>
                  <a:srgbClr val="526579"/>
                </a:solidFill>
                <a:latin typeface="DejaVu Sans"/>
                <a:ea typeface="DejaVu Sans"/>
                <a:cs typeface="DejaVu Sans"/>
              </a:defRPr>
            </a:lvl8pPr>
            <a:lvl9pPr>
              <a:defRPr sz="1200" b="0">
                <a:solidFill>
                  <a:srgbClr val="526579"/>
                </a:solidFill>
                <a:latin typeface="DejaVu Sans"/>
                <a:ea typeface="DejaVu Sans"/>
                <a:cs typeface="DejaVu Sans"/>
              </a:defRPr>
            </a:lvl9pPr>
          </a:lstStyle>
          <a:p xmlns:a="http://schemas.openxmlformats.org/drawingml/2006/main">
            <a:pPr>
              <a:defRPr sz="1200" b="0">
                <a:solidFill>
                  <a:srgbClr val="526579"/>
                </a:solidFill>
                <a:latin typeface="DejaVu Sans"/>
                <a:ea typeface="DejaVu Sans"/>
                <a:cs typeface="DejaVu Sans"/>
              </a:defRPr>
            </a:pPr>
            <a:r>
              <a:rPr sz="1200" b="0">
                <a:solidFill>
                  <a:srgbClr val="526579"/>
                </a:solidFill>
                <a:latin typeface="DejaVu Sans"/>
                <a:ea typeface="DejaVu Sans"/>
                <a:cs typeface="DejaVu Sans"/>
              </a:rPr>
              <a:t>Assistant interne · État fonctionnel · 27 octobre 2026</a:t>
            </a:r>
          </a:p>
        </p:txBody>
      </p:sp>
      <p:sp>
        <p:nvSpPr>
          <p:cNvPr id="4" name="page">
            <a:extLst xmlns:a="http://schemas.openxmlformats.org/drawingml/2006/main">
              <a:ext uri="{FF2B5EF4-FFF2-40B4-BE49-F238E27FC236}">
                <a16:creationId xmlns:a16="http://schemas.microsoft.com/office/drawing/2014/main" id="{A37C938A-E276-430F-8369-F3649EB4F533}"/>
              </a:ext>
            </a:extLst>
          </p:cNvPr>
          <p:cNvSpPr>
            <a:spLocks xmlns:a="http://schemas.openxmlformats.org/drawingml/2006/main" noGrp="1"/>
          </p:cNvSpPr>
          <p:nvPr/>
        </p:nvSpPr>
        <p:spPr>
          <a:xfrm xmlns:a="http://schemas.openxmlformats.org/drawingml/2006/main">
            <a:off x="11096625" y="63912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126A85"/>
                </a:solidFill>
                <a:latin typeface="DejaVu Sans"/>
                <a:ea typeface="DejaVu Sans"/>
                <a:cs typeface="DejaVu Sans"/>
              </a:defRPr>
            </a:defPPr>
            <a:lvl1pPr>
              <a:defRPr sz="1650" b="1">
                <a:solidFill>
                  <a:srgbClr val="126A85"/>
                </a:solidFill>
                <a:latin typeface="DejaVu Sans"/>
                <a:ea typeface="DejaVu Sans"/>
                <a:cs typeface="DejaVu Sans"/>
              </a:defRPr>
            </a:lvl1pPr>
            <a:lvl2pPr>
              <a:defRPr sz="1650" b="1">
                <a:solidFill>
                  <a:srgbClr val="126A85"/>
                </a:solidFill>
                <a:latin typeface="DejaVu Sans"/>
                <a:ea typeface="DejaVu Sans"/>
                <a:cs typeface="DejaVu Sans"/>
              </a:defRPr>
            </a:lvl2pPr>
            <a:lvl3pPr>
              <a:defRPr sz="1650" b="1">
                <a:solidFill>
                  <a:srgbClr val="126A85"/>
                </a:solidFill>
                <a:latin typeface="DejaVu Sans"/>
                <a:ea typeface="DejaVu Sans"/>
                <a:cs typeface="DejaVu Sans"/>
              </a:defRPr>
            </a:lvl3pPr>
            <a:lvl4pPr>
              <a:defRPr sz="1650" b="1">
                <a:solidFill>
                  <a:srgbClr val="126A85"/>
                </a:solidFill>
                <a:latin typeface="DejaVu Sans"/>
                <a:ea typeface="DejaVu Sans"/>
                <a:cs typeface="DejaVu Sans"/>
              </a:defRPr>
            </a:lvl4pPr>
            <a:lvl5pPr>
              <a:defRPr sz="1650" b="1">
                <a:solidFill>
                  <a:srgbClr val="126A85"/>
                </a:solidFill>
                <a:latin typeface="DejaVu Sans"/>
                <a:ea typeface="DejaVu Sans"/>
                <a:cs typeface="DejaVu Sans"/>
              </a:defRPr>
            </a:lvl5pPr>
            <a:lvl6pPr>
              <a:defRPr sz="1650" b="1">
                <a:solidFill>
                  <a:srgbClr val="126A85"/>
                </a:solidFill>
                <a:latin typeface="DejaVu Sans"/>
                <a:ea typeface="DejaVu Sans"/>
                <a:cs typeface="DejaVu Sans"/>
              </a:defRPr>
            </a:lvl6pPr>
            <a:lvl7pPr>
              <a:defRPr sz="1650" b="1">
                <a:solidFill>
                  <a:srgbClr val="126A85"/>
                </a:solidFill>
                <a:latin typeface="DejaVu Sans"/>
                <a:ea typeface="DejaVu Sans"/>
                <a:cs typeface="DejaVu Sans"/>
              </a:defRPr>
            </a:lvl7pPr>
            <a:lvl8pPr>
              <a:defRPr sz="1650" b="1">
                <a:solidFill>
                  <a:srgbClr val="126A85"/>
                </a:solidFill>
                <a:latin typeface="DejaVu Sans"/>
                <a:ea typeface="DejaVu Sans"/>
                <a:cs typeface="DejaVu Sans"/>
              </a:defRPr>
            </a:lvl8pPr>
            <a:lvl9pPr>
              <a:defRPr sz="1650" b="1">
                <a:solidFill>
                  <a:srgbClr val="126A85"/>
                </a:solidFill>
                <a:latin typeface="DejaVu Sans"/>
                <a:ea typeface="DejaVu Sans"/>
                <a:cs typeface="DejaVu Sans"/>
              </a:defRPr>
            </a:lvl9pPr>
          </a:lstStyle>
          <a:p xmlns:a="http://schemas.openxmlformats.org/drawingml/2006/main">
            <a:pPr>
              <a:defRPr sz="1650" b="1">
                <a:solidFill>
                  <a:srgbClr val="126A85"/>
                </a:solidFill>
                <a:latin typeface="DejaVu Sans"/>
                <a:ea typeface="DejaVu Sans"/>
                <a:cs typeface="DejaVu Sans"/>
              </a:defRPr>
            </a:pPr>
            <a:r>
              <a:rPr sz="1650" b="1">
                <a:solidFill>
                  <a:srgbClr val="126A85"/>
                </a:solidFill>
                <a:latin typeface="DejaVu Sans"/>
                <a:ea typeface="DejaVu Sans"/>
                <a:cs typeface="DejaVu Sans"/>
              </a:rPr>
              <a:t>03</a:t>
            </a:r>
          </a:p>
        </p:txBody>
      </p:sp>
      <p:sp>
        <p:nvSpPr>
          <p:cNvPr id="5" name="use1">
            <a:extLst xmlns:a="http://schemas.openxmlformats.org/drawingml/2006/main">
              <a:ext uri="{FF2B5EF4-FFF2-40B4-BE49-F238E27FC236}">
                <a16:creationId xmlns:a16="http://schemas.microsoft.com/office/drawing/2014/main" id="{B47DA57A-4887-4333-9AE1-87AF44A4D64F}"/>
              </a:ext>
            </a:extLst>
          </p:cNvPr>
          <p:cNvSpPr>
            <a:spLocks xmlns:a="http://schemas.openxmlformats.org/drawingml/2006/main" noGrp="1"/>
          </p:cNvSpPr>
          <p:nvPr/>
        </p:nvSpPr>
        <p:spPr>
          <a:xfrm xmlns:a="http://schemas.openxmlformats.org/drawingml/2006/main">
            <a:off x="628650" y="1943100"/>
            <a:ext cx="5191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26A85"/>
                </a:solidFill>
                <a:latin typeface="DejaVu Sans"/>
                <a:ea typeface="DejaVu Sans"/>
                <a:cs typeface="DejaVu Sans"/>
              </a:defRPr>
            </a:defPPr>
            <a:lvl1pPr>
              <a:defRPr sz="2325" b="1">
                <a:solidFill>
                  <a:srgbClr val="126A85"/>
                </a:solidFill>
                <a:latin typeface="DejaVu Sans"/>
                <a:ea typeface="DejaVu Sans"/>
                <a:cs typeface="DejaVu Sans"/>
              </a:defRPr>
            </a:lvl1pPr>
            <a:lvl2pPr>
              <a:defRPr sz="2325" b="1">
                <a:solidFill>
                  <a:srgbClr val="126A85"/>
                </a:solidFill>
                <a:latin typeface="DejaVu Sans"/>
                <a:ea typeface="DejaVu Sans"/>
                <a:cs typeface="DejaVu Sans"/>
              </a:defRPr>
            </a:lvl2pPr>
            <a:lvl3pPr>
              <a:defRPr sz="2325" b="1">
                <a:solidFill>
                  <a:srgbClr val="126A85"/>
                </a:solidFill>
                <a:latin typeface="DejaVu Sans"/>
                <a:ea typeface="DejaVu Sans"/>
                <a:cs typeface="DejaVu Sans"/>
              </a:defRPr>
            </a:lvl3pPr>
            <a:lvl4pPr>
              <a:defRPr sz="2325" b="1">
                <a:solidFill>
                  <a:srgbClr val="126A85"/>
                </a:solidFill>
                <a:latin typeface="DejaVu Sans"/>
                <a:ea typeface="DejaVu Sans"/>
                <a:cs typeface="DejaVu Sans"/>
              </a:defRPr>
            </a:lvl4pPr>
            <a:lvl5pPr>
              <a:defRPr sz="2325" b="1">
                <a:solidFill>
                  <a:srgbClr val="126A85"/>
                </a:solidFill>
                <a:latin typeface="DejaVu Sans"/>
                <a:ea typeface="DejaVu Sans"/>
                <a:cs typeface="DejaVu Sans"/>
              </a:defRPr>
            </a:lvl5pPr>
            <a:lvl6pPr>
              <a:defRPr sz="2325" b="1">
                <a:solidFill>
                  <a:srgbClr val="126A85"/>
                </a:solidFill>
                <a:latin typeface="DejaVu Sans"/>
                <a:ea typeface="DejaVu Sans"/>
                <a:cs typeface="DejaVu Sans"/>
              </a:defRPr>
            </a:lvl6pPr>
            <a:lvl7pPr>
              <a:defRPr sz="2325" b="1">
                <a:solidFill>
                  <a:srgbClr val="126A85"/>
                </a:solidFill>
                <a:latin typeface="DejaVu Sans"/>
                <a:ea typeface="DejaVu Sans"/>
                <a:cs typeface="DejaVu Sans"/>
              </a:defRPr>
            </a:lvl7pPr>
            <a:lvl8pPr>
              <a:defRPr sz="2325" b="1">
                <a:solidFill>
                  <a:srgbClr val="126A85"/>
                </a:solidFill>
                <a:latin typeface="DejaVu Sans"/>
                <a:ea typeface="DejaVu Sans"/>
                <a:cs typeface="DejaVu Sans"/>
              </a:defRPr>
            </a:lvl8pPr>
            <a:lvl9pPr>
              <a:defRPr sz="2325" b="1">
                <a:solidFill>
                  <a:srgbClr val="126A85"/>
                </a:solidFill>
                <a:latin typeface="DejaVu Sans"/>
                <a:ea typeface="DejaVu Sans"/>
                <a:cs typeface="DejaVu Sans"/>
              </a:defRPr>
            </a:lvl9pPr>
          </a:lstStyle>
          <a:p xmlns:a="http://schemas.openxmlformats.org/drawingml/2006/main">
            <a:pPr>
              <a:defRPr sz="2325" b="1">
                <a:solidFill>
                  <a:srgbClr val="126A85"/>
                </a:solidFill>
                <a:latin typeface="DejaVu Sans"/>
                <a:ea typeface="DejaVu Sans"/>
                <a:cs typeface="DejaVu Sans"/>
              </a:defRPr>
            </a:pPr>
            <a:r>
              <a:rPr sz="2325" b="1">
                <a:solidFill>
                  <a:srgbClr val="126A85"/>
                </a:solidFill>
                <a:latin typeface="DejaVu Sans"/>
                <a:ea typeface="DejaVu Sans"/>
                <a:cs typeface="DejaVu Sans"/>
              </a:rPr>
              <a:t>01  Utiliser le projet</a:t>
            </a:r>
          </a:p>
        </p:txBody>
      </p:sp>
      <p:sp>
        <p:nvSpPr>
          <p:cNvPr id="6" name="body1">
            <a:extLst xmlns:a="http://schemas.openxmlformats.org/drawingml/2006/main">
              <a:ext uri="{FF2B5EF4-FFF2-40B4-BE49-F238E27FC236}">
                <a16:creationId xmlns:a16="http://schemas.microsoft.com/office/drawing/2014/main" id="{1E51B169-DDBF-433F-8122-415429258393}"/>
              </a:ext>
            </a:extLst>
          </p:cNvPr>
          <p:cNvSpPr>
            <a:spLocks xmlns:a="http://schemas.openxmlformats.org/drawingml/2006/main" noGrp="1"/>
          </p:cNvSpPr>
          <p:nvPr/>
        </p:nvSpPr>
        <p:spPr>
          <a:xfrm xmlns:a="http://schemas.openxmlformats.org/drawingml/2006/main">
            <a:off x="628650" y="2590800"/>
            <a:ext cx="5010150" cy="2590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4293E"/>
                </a:solidFill>
                <a:latin typeface="DejaVu Sans"/>
                <a:ea typeface="DejaVu Sans"/>
                <a:cs typeface="DejaVu Sans"/>
              </a:defRPr>
            </a:defPPr>
            <a:lvl1pPr>
              <a:defRPr sz="1950" b="0">
                <a:solidFill>
                  <a:srgbClr val="14293E"/>
                </a:solidFill>
                <a:latin typeface="DejaVu Sans"/>
                <a:ea typeface="DejaVu Sans"/>
                <a:cs typeface="DejaVu Sans"/>
              </a:defRPr>
            </a:lvl1pPr>
            <a:lvl2pPr>
              <a:defRPr sz="1950" b="0">
                <a:solidFill>
                  <a:srgbClr val="14293E"/>
                </a:solidFill>
                <a:latin typeface="DejaVu Sans"/>
                <a:ea typeface="DejaVu Sans"/>
                <a:cs typeface="DejaVu Sans"/>
              </a:defRPr>
            </a:lvl2pPr>
            <a:lvl3pPr>
              <a:defRPr sz="1950" b="0">
                <a:solidFill>
                  <a:srgbClr val="14293E"/>
                </a:solidFill>
                <a:latin typeface="DejaVu Sans"/>
                <a:ea typeface="DejaVu Sans"/>
                <a:cs typeface="DejaVu Sans"/>
              </a:defRPr>
            </a:lvl3pPr>
            <a:lvl4pPr>
              <a:defRPr sz="1950" b="0">
                <a:solidFill>
                  <a:srgbClr val="14293E"/>
                </a:solidFill>
                <a:latin typeface="DejaVu Sans"/>
                <a:ea typeface="DejaVu Sans"/>
                <a:cs typeface="DejaVu Sans"/>
              </a:defRPr>
            </a:lvl4pPr>
            <a:lvl5pPr>
              <a:defRPr sz="1950" b="0">
                <a:solidFill>
                  <a:srgbClr val="14293E"/>
                </a:solidFill>
                <a:latin typeface="DejaVu Sans"/>
                <a:ea typeface="DejaVu Sans"/>
                <a:cs typeface="DejaVu Sans"/>
              </a:defRPr>
            </a:lvl5pPr>
            <a:lvl6pPr>
              <a:defRPr sz="1950" b="0">
                <a:solidFill>
                  <a:srgbClr val="14293E"/>
                </a:solidFill>
                <a:latin typeface="DejaVu Sans"/>
                <a:ea typeface="DejaVu Sans"/>
                <a:cs typeface="DejaVu Sans"/>
              </a:defRPr>
            </a:lvl6pPr>
            <a:lvl7pPr>
              <a:defRPr sz="1950" b="0">
                <a:solidFill>
                  <a:srgbClr val="14293E"/>
                </a:solidFill>
                <a:latin typeface="DejaVu Sans"/>
                <a:ea typeface="DejaVu Sans"/>
                <a:cs typeface="DejaVu Sans"/>
              </a:defRPr>
            </a:lvl7pPr>
            <a:lvl8pPr>
              <a:defRPr sz="1950" b="0">
                <a:solidFill>
                  <a:srgbClr val="14293E"/>
                </a:solidFill>
                <a:latin typeface="DejaVu Sans"/>
                <a:ea typeface="DejaVu Sans"/>
                <a:cs typeface="DejaVu Sans"/>
              </a:defRPr>
            </a:lvl8pPr>
            <a:lvl9pPr>
              <a:defRPr sz="1950" b="0">
                <a:solidFill>
                  <a:srgbClr val="14293E"/>
                </a:solidFill>
                <a:latin typeface="DejaVu Sans"/>
                <a:ea typeface="DejaVu Sans"/>
                <a:cs typeface="DejaVu Sans"/>
              </a:defRPr>
            </a:lvl9pPr>
          </a:lstStyle>
          <a:p xmlns:a="http://schemas.openxmlformats.org/drawingml/2006/main">
            <a:pPr>
              <a:defRPr sz="1950" b="0">
                <a:solidFill>
                  <a:srgbClr val="14293E"/>
                </a:solidFill>
                <a:latin typeface="DejaVu Sans"/>
                <a:ea typeface="DejaVu Sans"/>
                <a:cs typeface="DejaVu Sans"/>
              </a:defRPr>
            </a:pPr>
            <a:r>
              <a:rPr sz="1950" b="0">
                <a:solidFill>
                  <a:srgbClr val="14293E"/>
                </a:solidFill>
                <a:latin typeface="DejaVu Sans"/>
                <a:ea typeface="DejaVu Sans"/>
                <a:cs typeface="DejaVu Sans"/>
              </a:rPr>
              <a:t>Ouvrir le projet cible et lancer le relais.</a:t>
            </a:r>
          </a:p>
          <a:p xmlns:a="http://schemas.openxmlformats.org/drawingml/2006/main">
            <a:r>
              <a:t/>
            </a:r>
          </a:p>
          <a:p xmlns:a="http://schemas.openxmlformats.org/drawingml/2006/main">
            <a:pPr>
              <a:defRPr sz="1950" b="0">
                <a:solidFill>
                  <a:srgbClr val="14293E"/>
                </a:solidFill>
                <a:latin typeface="DejaVu Sans"/>
                <a:ea typeface="DejaVu Sans"/>
                <a:cs typeface="DejaVu Sans"/>
              </a:defRPr>
            </a:pPr>
            <a:r>
              <a:rPr sz="1950" b="0">
                <a:solidFill>
                  <a:srgbClr val="14293E"/>
                </a:solidFill>
                <a:latin typeface="DejaVu Sans"/>
                <a:ea typeface="DejaVu Sans"/>
                <a:cs typeface="DejaVu Sans"/>
              </a:rPr>
              <a:t>Demander une analyse, une correction ou une explication du code.</a:t>
            </a:r>
          </a:p>
          <a:p xmlns:a="http://schemas.openxmlformats.org/drawingml/2006/main">
            <a:r>
              <a:t/>
            </a:r>
          </a:p>
          <a:p xmlns:a="http://schemas.openxmlformats.org/drawingml/2006/main">
            <a:pPr>
              <a:defRPr sz="1950" b="0">
                <a:solidFill>
                  <a:srgbClr val="14293E"/>
                </a:solidFill>
                <a:latin typeface="DejaVu Sans"/>
                <a:ea typeface="DejaVu Sans"/>
                <a:cs typeface="DejaVu Sans"/>
              </a:defRPr>
            </a:pPr>
            <a:r>
              <a:rPr sz="1950" b="0">
                <a:solidFill>
                  <a:srgbClr val="14293E"/>
                </a:solidFill>
                <a:latin typeface="DejaVu Sans"/>
                <a:ea typeface="DejaVu Sans"/>
                <a:cs typeface="DejaVu Sans"/>
              </a:rPr>
              <a:t>Les outils apportent du contexte ciblé et aident à contrôler le résultat.</a:t>
            </a:r>
          </a:p>
        </p:txBody>
      </p:sp>
      <p:sp>
        <p:nvSpPr>
          <p:cNvPr id="7" name="use2">
            <a:extLst xmlns:a="http://schemas.openxmlformats.org/drawingml/2006/main">
              <a:ext uri="{FF2B5EF4-FFF2-40B4-BE49-F238E27FC236}">
                <a16:creationId xmlns:a16="http://schemas.microsoft.com/office/drawing/2014/main" id="{30114812-01C7-45F3-AEAD-D36DD3C7AD9E}"/>
              </a:ext>
            </a:extLst>
          </p:cNvPr>
          <p:cNvSpPr>
            <a:spLocks xmlns:a="http://schemas.openxmlformats.org/drawingml/2006/main" noGrp="1"/>
          </p:cNvSpPr>
          <p:nvPr/>
        </p:nvSpPr>
        <p:spPr>
          <a:xfrm xmlns:a="http://schemas.openxmlformats.org/drawingml/2006/main">
            <a:off x="6381750" y="1943100"/>
            <a:ext cx="5200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26A85"/>
                </a:solidFill>
                <a:latin typeface="DejaVu Sans"/>
                <a:ea typeface="DejaVu Sans"/>
                <a:cs typeface="DejaVu Sans"/>
              </a:defRPr>
            </a:defPPr>
            <a:lvl1pPr>
              <a:defRPr sz="2175" b="1">
                <a:solidFill>
                  <a:srgbClr val="126A85"/>
                </a:solidFill>
                <a:latin typeface="DejaVu Sans"/>
                <a:ea typeface="DejaVu Sans"/>
                <a:cs typeface="DejaVu Sans"/>
              </a:defRPr>
            </a:lvl1pPr>
            <a:lvl2pPr>
              <a:defRPr sz="2175" b="1">
                <a:solidFill>
                  <a:srgbClr val="126A85"/>
                </a:solidFill>
                <a:latin typeface="DejaVu Sans"/>
                <a:ea typeface="DejaVu Sans"/>
                <a:cs typeface="DejaVu Sans"/>
              </a:defRPr>
            </a:lvl2pPr>
            <a:lvl3pPr>
              <a:defRPr sz="2175" b="1">
                <a:solidFill>
                  <a:srgbClr val="126A85"/>
                </a:solidFill>
                <a:latin typeface="DejaVu Sans"/>
                <a:ea typeface="DejaVu Sans"/>
                <a:cs typeface="DejaVu Sans"/>
              </a:defRPr>
            </a:lvl3pPr>
            <a:lvl4pPr>
              <a:defRPr sz="2175" b="1">
                <a:solidFill>
                  <a:srgbClr val="126A85"/>
                </a:solidFill>
                <a:latin typeface="DejaVu Sans"/>
                <a:ea typeface="DejaVu Sans"/>
                <a:cs typeface="DejaVu Sans"/>
              </a:defRPr>
            </a:lvl4pPr>
            <a:lvl5pPr>
              <a:defRPr sz="2175" b="1">
                <a:solidFill>
                  <a:srgbClr val="126A85"/>
                </a:solidFill>
                <a:latin typeface="DejaVu Sans"/>
                <a:ea typeface="DejaVu Sans"/>
                <a:cs typeface="DejaVu Sans"/>
              </a:defRPr>
            </a:lvl5pPr>
            <a:lvl6pPr>
              <a:defRPr sz="2175" b="1">
                <a:solidFill>
                  <a:srgbClr val="126A85"/>
                </a:solidFill>
                <a:latin typeface="DejaVu Sans"/>
                <a:ea typeface="DejaVu Sans"/>
                <a:cs typeface="DejaVu Sans"/>
              </a:defRPr>
            </a:lvl6pPr>
            <a:lvl7pPr>
              <a:defRPr sz="2175" b="1">
                <a:solidFill>
                  <a:srgbClr val="126A85"/>
                </a:solidFill>
                <a:latin typeface="DejaVu Sans"/>
                <a:ea typeface="DejaVu Sans"/>
                <a:cs typeface="DejaVu Sans"/>
              </a:defRPr>
            </a:lvl7pPr>
            <a:lvl8pPr>
              <a:defRPr sz="2175" b="1">
                <a:solidFill>
                  <a:srgbClr val="126A85"/>
                </a:solidFill>
                <a:latin typeface="DejaVu Sans"/>
                <a:ea typeface="DejaVu Sans"/>
                <a:cs typeface="DejaVu Sans"/>
              </a:defRPr>
            </a:lvl8pPr>
            <a:lvl9pPr>
              <a:defRPr sz="2175" b="1">
                <a:solidFill>
                  <a:srgbClr val="126A85"/>
                </a:solidFill>
                <a:latin typeface="DejaVu Sans"/>
                <a:ea typeface="DejaVu Sans"/>
                <a:cs typeface="DejaVu Sans"/>
              </a:defRPr>
            </a:lvl9pPr>
          </a:lstStyle>
          <a:p xmlns:a="http://schemas.openxmlformats.org/drawingml/2006/main">
            <a:pPr>
              <a:defRPr sz="2175" b="1">
                <a:solidFill>
                  <a:srgbClr val="126A85"/>
                </a:solidFill>
                <a:latin typeface="DejaVu Sans"/>
                <a:ea typeface="DejaVu Sans"/>
                <a:cs typeface="DejaVu Sans"/>
              </a:defRPr>
            </a:pPr>
            <a:r>
              <a:rPr sz="2175" b="1">
                <a:solidFill>
                  <a:srgbClr val="126A85"/>
                </a:solidFill>
                <a:latin typeface="DejaVu Sans"/>
                <a:ea typeface="DejaVu Sans"/>
                <a:cs typeface="DejaVu Sans"/>
              </a:rPr>
              <a:t>02  Utiliser un profil spécialisé</a:t>
            </a:r>
          </a:p>
        </p:txBody>
      </p:sp>
      <p:sp>
        <p:nvSpPr>
          <p:cNvPr id="8" name="body2">
            <a:extLst xmlns:a="http://schemas.openxmlformats.org/drawingml/2006/main">
              <a:ext uri="{FF2B5EF4-FFF2-40B4-BE49-F238E27FC236}">
                <a16:creationId xmlns:a16="http://schemas.microsoft.com/office/drawing/2014/main" id="{157B432A-F38C-48E9-BF91-3A00C7DFBAD5}"/>
              </a:ext>
            </a:extLst>
          </p:cNvPr>
          <p:cNvSpPr>
            <a:spLocks xmlns:a="http://schemas.openxmlformats.org/drawingml/2006/main" noGrp="1"/>
          </p:cNvSpPr>
          <p:nvPr/>
        </p:nvSpPr>
        <p:spPr>
          <a:xfrm xmlns:a="http://schemas.openxmlformats.org/drawingml/2006/main">
            <a:off x="6381750" y="2590800"/>
            <a:ext cx="5095875" cy="2590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4293E"/>
                </a:solidFill>
                <a:latin typeface="DejaVu Sans"/>
                <a:ea typeface="DejaVu Sans"/>
                <a:cs typeface="DejaVu Sans"/>
              </a:defRPr>
            </a:defPPr>
            <a:lvl1pPr>
              <a:defRPr sz="1950" b="0">
                <a:solidFill>
                  <a:srgbClr val="14293E"/>
                </a:solidFill>
                <a:latin typeface="DejaVu Sans"/>
                <a:ea typeface="DejaVu Sans"/>
                <a:cs typeface="DejaVu Sans"/>
              </a:defRPr>
            </a:lvl1pPr>
            <a:lvl2pPr>
              <a:defRPr sz="1950" b="0">
                <a:solidFill>
                  <a:srgbClr val="14293E"/>
                </a:solidFill>
                <a:latin typeface="DejaVu Sans"/>
                <a:ea typeface="DejaVu Sans"/>
                <a:cs typeface="DejaVu Sans"/>
              </a:defRPr>
            </a:lvl2pPr>
            <a:lvl3pPr>
              <a:defRPr sz="1950" b="0">
                <a:solidFill>
                  <a:srgbClr val="14293E"/>
                </a:solidFill>
                <a:latin typeface="DejaVu Sans"/>
                <a:ea typeface="DejaVu Sans"/>
                <a:cs typeface="DejaVu Sans"/>
              </a:defRPr>
            </a:lvl3pPr>
            <a:lvl4pPr>
              <a:defRPr sz="1950" b="0">
                <a:solidFill>
                  <a:srgbClr val="14293E"/>
                </a:solidFill>
                <a:latin typeface="DejaVu Sans"/>
                <a:ea typeface="DejaVu Sans"/>
                <a:cs typeface="DejaVu Sans"/>
              </a:defRPr>
            </a:lvl4pPr>
            <a:lvl5pPr>
              <a:defRPr sz="1950" b="0">
                <a:solidFill>
                  <a:srgbClr val="14293E"/>
                </a:solidFill>
                <a:latin typeface="DejaVu Sans"/>
                <a:ea typeface="DejaVu Sans"/>
                <a:cs typeface="DejaVu Sans"/>
              </a:defRPr>
            </a:lvl5pPr>
            <a:lvl6pPr>
              <a:defRPr sz="1950" b="0">
                <a:solidFill>
                  <a:srgbClr val="14293E"/>
                </a:solidFill>
                <a:latin typeface="DejaVu Sans"/>
                <a:ea typeface="DejaVu Sans"/>
                <a:cs typeface="DejaVu Sans"/>
              </a:defRPr>
            </a:lvl6pPr>
            <a:lvl7pPr>
              <a:defRPr sz="1950" b="0">
                <a:solidFill>
                  <a:srgbClr val="14293E"/>
                </a:solidFill>
                <a:latin typeface="DejaVu Sans"/>
                <a:ea typeface="DejaVu Sans"/>
                <a:cs typeface="DejaVu Sans"/>
              </a:defRPr>
            </a:lvl7pPr>
            <a:lvl8pPr>
              <a:defRPr sz="1950" b="0">
                <a:solidFill>
                  <a:srgbClr val="14293E"/>
                </a:solidFill>
                <a:latin typeface="DejaVu Sans"/>
                <a:ea typeface="DejaVu Sans"/>
                <a:cs typeface="DejaVu Sans"/>
              </a:defRPr>
            </a:lvl8pPr>
            <a:lvl9pPr>
              <a:defRPr sz="1950" b="0">
                <a:solidFill>
                  <a:srgbClr val="14293E"/>
                </a:solidFill>
                <a:latin typeface="DejaVu Sans"/>
                <a:ea typeface="DejaVu Sans"/>
                <a:cs typeface="DejaVu Sans"/>
              </a:defRPr>
            </a:lvl9pPr>
          </a:lstStyle>
          <a:p xmlns:a="http://schemas.openxmlformats.org/drawingml/2006/main">
            <a:pPr>
              <a:defRPr sz="1950" b="0">
                <a:solidFill>
                  <a:srgbClr val="14293E"/>
                </a:solidFill>
                <a:latin typeface="DejaVu Sans"/>
                <a:ea typeface="DejaVu Sans"/>
                <a:cs typeface="DejaVu Sans"/>
              </a:defRPr>
            </a:pPr>
            <a:r>
              <a:rPr sz="1950" b="0">
                <a:solidFill>
                  <a:srgbClr val="14293E"/>
                </a:solidFill>
                <a:latin typeface="DejaVu Sans"/>
                <a:ea typeface="DejaVu Sans"/>
                <a:cs typeface="DejaVu Sans"/>
              </a:rPr>
              <a:t>Activer le profil adapté à la demande.</a:t>
            </a:r>
          </a:p>
          <a:p xmlns:a="http://schemas.openxmlformats.org/drawingml/2006/main">
            <a:r>
              <a:t/>
            </a:r>
          </a:p>
          <a:p xmlns:a="http://schemas.openxmlformats.org/drawingml/2006/main">
            <a:pPr>
              <a:defRPr sz="1950" b="0">
                <a:solidFill>
                  <a:srgbClr val="14293E"/>
                </a:solidFill>
                <a:latin typeface="DejaVu Sans"/>
                <a:ea typeface="DejaVu Sans"/>
                <a:cs typeface="DejaVu Sans"/>
              </a:defRPr>
            </a:pPr>
            <a:r>
              <a:rPr sz="1950" b="0">
                <a:solidFill>
                  <a:srgbClr val="14293E"/>
                </a:solidFill>
                <a:latin typeface="DejaVu Sans"/>
                <a:ea typeface="DejaVu Sans"/>
                <a:cs typeface="DejaVu Sans"/>
              </a:rPr>
              <a:t>Documentaliste : produire une documentation fidèle aux sources.</a:t>
            </a:r>
          </a:p>
          <a:p xmlns:a="http://schemas.openxmlformats.org/drawingml/2006/main">
            <a:r>
              <a:t/>
            </a:r>
          </a:p>
          <a:p xmlns:a="http://schemas.openxmlformats.org/drawingml/2006/main">
            <a:pPr>
              <a:defRPr sz="1950" b="0">
                <a:solidFill>
                  <a:srgbClr val="14293E"/>
                </a:solidFill>
                <a:latin typeface="DejaVu Sans"/>
                <a:ea typeface="DejaVu Sans"/>
                <a:cs typeface="DejaVu Sans"/>
              </a:defRPr>
            </a:pPr>
            <a:r>
              <a:rPr sz="1950" b="0">
                <a:solidFill>
                  <a:srgbClr val="14293E"/>
                </a:solidFill>
                <a:latin typeface="DejaVu Sans"/>
                <a:ea typeface="DejaVu Sans"/>
                <a:cs typeface="DejaVu Sans"/>
              </a:rPr>
              <a:t>Confluence : choisir le parcours de lecture, de modification ou de rédaction guidée.</a:t>
            </a:r>
          </a:p>
        </p:txBody>
      </p:sp>
      <p:sp>
        <p:nvSpPr>
          <p:cNvPr id="9" name="example">
            <a:extLst xmlns:a="http://schemas.openxmlformats.org/drawingml/2006/main">
              <a:ext uri="{FF2B5EF4-FFF2-40B4-BE49-F238E27FC236}">
                <a16:creationId xmlns:a16="http://schemas.microsoft.com/office/drawing/2014/main" id="{DFB85D5E-E4EE-426D-9C54-18294D9E3F78}"/>
              </a:ext>
            </a:extLst>
          </p:cNvPr>
          <p:cNvSpPr>
            <a:spLocks xmlns:a="http://schemas.openxmlformats.org/drawingml/2006/main" noGrp="1"/>
          </p:cNvSpPr>
          <p:nvPr/>
        </p:nvSpPr>
        <p:spPr>
          <a:xfrm xmlns:a="http://schemas.openxmlformats.org/drawingml/2006/main">
            <a:off x="628650" y="57150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579"/>
                </a:solidFill>
                <a:latin typeface="DejaVu Sans"/>
                <a:ea typeface="DejaVu Sans"/>
                <a:cs typeface="DejaVu Sans"/>
              </a:defRPr>
            </a:defPPr>
            <a:lvl1pPr>
              <a:defRPr sz="1800" b="0">
                <a:solidFill>
                  <a:srgbClr val="526579"/>
                </a:solidFill>
                <a:latin typeface="DejaVu Sans"/>
                <a:ea typeface="DejaVu Sans"/>
                <a:cs typeface="DejaVu Sans"/>
              </a:defRPr>
            </a:lvl1pPr>
            <a:lvl2pPr>
              <a:defRPr sz="1800" b="0">
                <a:solidFill>
                  <a:srgbClr val="526579"/>
                </a:solidFill>
                <a:latin typeface="DejaVu Sans"/>
                <a:ea typeface="DejaVu Sans"/>
                <a:cs typeface="DejaVu Sans"/>
              </a:defRPr>
            </a:lvl2pPr>
            <a:lvl3pPr>
              <a:defRPr sz="1800" b="0">
                <a:solidFill>
                  <a:srgbClr val="526579"/>
                </a:solidFill>
                <a:latin typeface="DejaVu Sans"/>
                <a:ea typeface="DejaVu Sans"/>
                <a:cs typeface="DejaVu Sans"/>
              </a:defRPr>
            </a:lvl3pPr>
            <a:lvl4pPr>
              <a:defRPr sz="1800" b="0">
                <a:solidFill>
                  <a:srgbClr val="526579"/>
                </a:solidFill>
                <a:latin typeface="DejaVu Sans"/>
                <a:ea typeface="DejaVu Sans"/>
                <a:cs typeface="DejaVu Sans"/>
              </a:defRPr>
            </a:lvl4pPr>
            <a:lvl5pPr>
              <a:defRPr sz="1800" b="0">
                <a:solidFill>
                  <a:srgbClr val="526579"/>
                </a:solidFill>
                <a:latin typeface="DejaVu Sans"/>
                <a:ea typeface="DejaVu Sans"/>
                <a:cs typeface="DejaVu Sans"/>
              </a:defRPr>
            </a:lvl5pPr>
            <a:lvl6pPr>
              <a:defRPr sz="1800" b="0">
                <a:solidFill>
                  <a:srgbClr val="526579"/>
                </a:solidFill>
                <a:latin typeface="DejaVu Sans"/>
                <a:ea typeface="DejaVu Sans"/>
                <a:cs typeface="DejaVu Sans"/>
              </a:defRPr>
            </a:lvl6pPr>
            <a:lvl7pPr>
              <a:defRPr sz="1800" b="0">
                <a:solidFill>
                  <a:srgbClr val="526579"/>
                </a:solidFill>
                <a:latin typeface="DejaVu Sans"/>
                <a:ea typeface="DejaVu Sans"/>
                <a:cs typeface="DejaVu Sans"/>
              </a:defRPr>
            </a:lvl7pPr>
            <a:lvl8pPr>
              <a:defRPr sz="1800" b="0">
                <a:solidFill>
                  <a:srgbClr val="526579"/>
                </a:solidFill>
                <a:latin typeface="DejaVu Sans"/>
                <a:ea typeface="DejaVu Sans"/>
                <a:cs typeface="DejaVu Sans"/>
              </a:defRPr>
            </a:lvl8pPr>
            <a:lvl9pPr>
              <a:defRPr sz="1800" b="0">
                <a:solidFill>
                  <a:srgbClr val="526579"/>
                </a:solidFill>
                <a:latin typeface="DejaVu Sans"/>
                <a:ea typeface="DejaVu Sans"/>
                <a:cs typeface="DejaVu Sans"/>
              </a:defRPr>
            </a:lvl9pPr>
          </a:lstStyle>
          <a:p xmlns:a="http://schemas.openxmlformats.org/drawingml/2006/main">
            <a:pPr>
              <a:defRPr sz="1800" b="0">
                <a:solidFill>
                  <a:srgbClr val="526579"/>
                </a:solidFill>
                <a:latin typeface="DejaVu Sans"/>
                <a:ea typeface="DejaVu Sans"/>
                <a:cs typeface="DejaVu Sans"/>
              </a:defRPr>
            </a:pPr>
            <a:r>
              <a:rPr sz="1800" b="0">
                <a:solidFill>
                  <a:srgbClr val="526579"/>
                </a:solidFill>
                <a:latin typeface="DejaVu Sans"/>
                <a:ea typeface="DejaVu Sans"/>
                <a:cs typeface="DejaVu Sans"/>
              </a:rPr>
              <a:t>Exemple : « Analyse cette fonction, propose une correction et vérifie son comportement. »</a:t>
            </a:r>
          </a:p>
        </p:txBody>
      </p:sp>
    </p:spTree>
    <p:extLst>
      <p:ext uri="{BB962C8B-B14F-4D97-AF65-F5344CB8AC3E}">
        <p14:creationId xmlns:p14="http://schemas.microsoft.com/office/powerpoint/2010/main" val="1942149193"/>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1D07F4D9-1A70-4CA8-82B0-7346F4F4D68A}"/>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4293E"/>
                </a:solidFill>
                <a:latin typeface="DejaVu Sans"/>
                <a:ea typeface="DejaVu Sans"/>
                <a:cs typeface="DejaVu Sans"/>
              </a:defRPr>
            </a:defPPr>
            <a:lvl1pPr>
              <a:defRPr sz="3225" b="1">
                <a:solidFill>
                  <a:srgbClr val="14293E"/>
                </a:solidFill>
                <a:latin typeface="DejaVu Sans"/>
                <a:ea typeface="DejaVu Sans"/>
                <a:cs typeface="DejaVu Sans"/>
              </a:defRPr>
            </a:lvl1pPr>
            <a:lvl2pPr>
              <a:defRPr sz="3225" b="1">
                <a:solidFill>
                  <a:srgbClr val="14293E"/>
                </a:solidFill>
                <a:latin typeface="DejaVu Sans"/>
                <a:ea typeface="DejaVu Sans"/>
                <a:cs typeface="DejaVu Sans"/>
              </a:defRPr>
            </a:lvl2pPr>
            <a:lvl3pPr>
              <a:defRPr sz="3225" b="1">
                <a:solidFill>
                  <a:srgbClr val="14293E"/>
                </a:solidFill>
                <a:latin typeface="DejaVu Sans"/>
                <a:ea typeface="DejaVu Sans"/>
                <a:cs typeface="DejaVu Sans"/>
              </a:defRPr>
            </a:lvl3pPr>
            <a:lvl4pPr>
              <a:defRPr sz="3225" b="1">
                <a:solidFill>
                  <a:srgbClr val="14293E"/>
                </a:solidFill>
                <a:latin typeface="DejaVu Sans"/>
                <a:ea typeface="DejaVu Sans"/>
                <a:cs typeface="DejaVu Sans"/>
              </a:defRPr>
            </a:lvl4pPr>
            <a:lvl5pPr>
              <a:defRPr sz="3225" b="1">
                <a:solidFill>
                  <a:srgbClr val="14293E"/>
                </a:solidFill>
                <a:latin typeface="DejaVu Sans"/>
                <a:ea typeface="DejaVu Sans"/>
                <a:cs typeface="DejaVu Sans"/>
              </a:defRPr>
            </a:lvl5pPr>
            <a:lvl6pPr>
              <a:defRPr sz="3225" b="1">
                <a:solidFill>
                  <a:srgbClr val="14293E"/>
                </a:solidFill>
                <a:latin typeface="DejaVu Sans"/>
                <a:ea typeface="DejaVu Sans"/>
                <a:cs typeface="DejaVu Sans"/>
              </a:defRPr>
            </a:lvl6pPr>
            <a:lvl7pPr>
              <a:defRPr sz="3225" b="1">
                <a:solidFill>
                  <a:srgbClr val="14293E"/>
                </a:solidFill>
                <a:latin typeface="DejaVu Sans"/>
                <a:ea typeface="DejaVu Sans"/>
                <a:cs typeface="DejaVu Sans"/>
              </a:defRPr>
            </a:lvl7pPr>
            <a:lvl8pPr>
              <a:defRPr sz="3225" b="1">
                <a:solidFill>
                  <a:srgbClr val="14293E"/>
                </a:solidFill>
                <a:latin typeface="DejaVu Sans"/>
                <a:ea typeface="DejaVu Sans"/>
                <a:cs typeface="DejaVu Sans"/>
              </a:defRPr>
            </a:lvl8pPr>
            <a:lvl9pPr>
              <a:defRPr sz="3225" b="1">
                <a:solidFill>
                  <a:srgbClr val="14293E"/>
                </a:solidFill>
                <a:latin typeface="DejaVu Sans"/>
                <a:ea typeface="DejaVu Sans"/>
                <a:cs typeface="DejaVu Sans"/>
              </a:defRPr>
            </a:lvl9pPr>
          </a:lstStyle>
          <a:p xmlns:a="http://schemas.openxmlformats.org/drawingml/2006/main">
            <a:pPr>
              <a:defRPr sz="3225" b="1">
                <a:solidFill>
                  <a:srgbClr val="14293E"/>
                </a:solidFill>
                <a:latin typeface="DejaVu Sans"/>
                <a:ea typeface="DejaVu Sans"/>
                <a:cs typeface="DejaVu Sans"/>
              </a:defRPr>
            </a:pPr>
            <a:r>
              <a:rPr sz="3225" b="1">
                <a:solidFill>
                  <a:srgbClr val="14293E"/>
                </a:solidFill>
                <a:latin typeface="DejaVu Sans"/>
                <a:ea typeface="DejaVu Sans"/>
                <a:cs typeface="DejaVu Sans"/>
              </a:rPr>
              <a:t>Usages 3 et 4 : document et tâche suivie</a:t>
            </a:r>
          </a:p>
        </p:txBody>
      </p:sp>
      <p:sp>
        <p:nvSpPr>
          <p:cNvPr id="2" name="subtitle">
            <a:extLst xmlns:a="http://schemas.openxmlformats.org/drawingml/2006/main">
              <a:ext uri="{FF2B5EF4-FFF2-40B4-BE49-F238E27FC236}">
                <a16:creationId xmlns:a16="http://schemas.microsoft.com/office/drawing/2014/main" id="{033DCDDF-27A8-4592-9F10-261CD46D1E6B}"/>
              </a:ext>
            </a:extLst>
          </p:cNvPr>
          <p:cNvSpPr>
            <a:spLocks xmlns:a="http://schemas.openxmlformats.org/drawingml/2006/main" noGrp="1"/>
          </p:cNvSpPr>
          <p:nvPr/>
        </p:nvSpPr>
        <p:spPr>
          <a:xfrm xmlns:a="http://schemas.openxmlformats.org/drawingml/2006/main">
            <a:off x="628650" y="1114425"/>
            <a:ext cx="1091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579"/>
                </a:solidFill>
                <a:latin typeface="DejaVu Sans"/>
                <a:ea typeface="DejaVu Sans"/>
                <a:cs typeface="DejaVu Sans"/>
              </a:defRPr>
            </a:defPPr>
            <a:lvl1pPr>
              <a:defRPr sz="1800" b="0">
                <a:solidFill>
                  <a:srgbClr val="526579"/>
                </a:solidFill>
                <a:latin typeface="DejaVu Sans"/>
                <a:ea typeface="DejaVu Sans"/>
                <a:cs typeface="DejaVu Sans"/>
              </a:defRPr>
            </a:lvl1pPr>
            <a:lvl2pPr>
              <a:defRPr sz="1800" b="0">
                <a:solidFill>
                  <a:srgbClr val="526579"/>
                </a:solidFill>
                <a:latin typeface="DejaVu Sans"/>
                <a:ea typeface="DejaVu Sans"/>
                <a:cs typeface="DejaVu Sans"/>
              </a:defRPr>
            </a:lvl2pPr>
            <a:lvl3pPr>
              <a:defRPr sz="1800" b="0">
                <a:solidFill>
                  <a:srgbClr val="526579"/>
                </a:solidFill>
                <a:latin typeface="DejaVu Sans"/>
                <a:ea typeface="DejaVu Sans"/>
                <a:cs typeface="DejaVu Sans"/>
              </a:defRPr>
            </a:lvl3pPr>
            <a:lvl4pPr>
              <a:defRPr sz="1800" b="0">
                <a:solidFill>
                  <a:srgbClr val="526579"/>
                </a:solidFill>
                <a:latin typeface="DejaVu Sans"/>
                <a:ea typeface="DejaVu Sans"/>
                <a:cs typeface="DejaVu Sans"/>
              </a:defRPr>
            </a:lvl4pPr>
            <a:lvl5pPr>
              <a:defRPr sz="1800" b="0">
                <a:solidFill>
                  <a:srgbClr val="526579"/>
                </a:solidFill>
                <a:latin typeface="DejaVu Sans"/>
                <a:ea typeface="DejaVu Sans"/>
                <a:cs typeface="DejaVu Sans"/>
              </a:defRPr>
            </a:lvl5pPr>
            <a:lvl6pPr>
              <a:defRPr sz="1800" b="0">
                <a:solidFill>
                  <a:srgbClr val="526579"/>
                </a:solidFill>
                <a:latin typeface="DejaVu Sans"/>
                <a:ea typeface="DejaVu Sans"/>
                <a:cs typeface="DejaVu Sans"/>
              </a:defRPr>
            </a:lvl6pPr>
            <a:lvl7pPr>
              <a:defRPr sz="1800" b="0">
                <a:solidFill>
                  <a:srgbClr val="526579"/>
                </a:solidFill>
                <a:latin typeface="DejaVu Sans"/>
                <a:ea typeface="DejaVu Sans"/>
                <a:cs typeface="DejaVu Sans"/>
              </a:defRPr>
            </a:lvl7pPr>
            <a:lvl8pPr>
              <a:defRPr sz="1800" b="0">
                <a:solidFill>
                  <a:srgbClr val="526579"/>
                </a:solidFill>
                <a:latin typeface="DejaVu Sans"/>
                <a:ea typeface="DejaVu Sans"/>
                <a:cs typeface="DejaVu Sans"/>
              </a:defRPr>
            </a:lvl8pPr>
            <a:lvl9pPr>
              <a:defRPr sz="1800" b="0">
                <a:solidFill>
                  <a:srgbClr val="526579"/>
                </a:solidFill>
                <a:latin typeface="DejaVu Sans"/>
                <a:ea typeface="DejaVu Sans"/>
                <a:cs typeface="DejaVu Sans"/>
              </a:defRPr>
            </a:lvl9pPr>
          </a:lstStyle>
          <a:p xmlns:a="http://schemas.openxmlformats.org/drawingml/2006/main">
            <a:pPr>
              <a:defRPr sz="1800" b="0">
                <a:solidFill>
                  <a:srgbClr val="526579"/>
                </a:solidFill>
                <a:latin typeface="DejaVu Sans"/>
                <a:ea typeface="DejaVu Sans"/>
                <a:cs typeface="DejaVu Sans"/>
              </a:defRPr>
            </a:pPr>
            <a:r>
              <a:rPr sz="1800" b="0">
                <a:solidFill>
                  <a:srgbClr val="526579"/>
                </a:solidFill>
                <a:latin typeface="DejaVu Sans"/>
                <a:ea typeface="DejaVu Sans"/>
                <a:cs typeface="DejaVu Sans"/>
              </a:rPr>
              <a:t>Des états persistants pour reprendre un travail en plusieurs étapes</a:t>
            </a:r>
          </a:p>
        </p:txBody>
      </p:sp>
      <p:sp>
        <p:nvSpPr>
          <p:cNvPr id="3" name="footer">
            <a:extLst xmlns:a="http://schemas.openxmlformats.org/drawingml/2006/main">
              <a:ext uri="{FF2B5EF4-FFF2-40B4-BE49-F238E27FC236}">
                <a16:creationId xmlns:a16="http://schemas.microsoft.com/office/drawing/2014/main" id="{FC312C02-4F0C-47B2-ACE9-B0927DDCF9D8}"/>
              </a:ext>
            </a:extLst>
          </p:cNvPr>
          <p:cNvSpPr>
            <a:spLocks xmlns:a="http://schemas.openxmlformats.org/drawingml/2006/main" noGrp="1"/>
          </p:cNvSpPr>
          <p:nvPr/>
        </p:nvSpPr>
        <p:spPr>
          <a:xfrm xmlns:a="http://schemas.openxmlformats.org/drawingml/2006/main">
            <a:off x="628650" y="6429375"/>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579"/>
                </a:solidFill>
                <a:latin typeface="DejaVu Sans"/>
                <a:ea typeface="DejaVu Sans"/>
                <a:cs typeface="DejaVu Sans"/>
              </a:defRPr>
            </a:defPPr>
            <a:lvl1pPr>
              <a:defRPr sz="1200" b="0">
                <a:solidFill>
                  <a:srgbClr val="526579"/>
                </a:solidFill>
                <a:latin typeface="DejaVu Sans"/>
                <a:ea typeface="DejaVu Sans"/>
                <a:cs typeface="DejaVu Sans"/>
              </a:defRPr>
            </a:lvl1pPr>
            <a:lvl2pPr>
              <a:defRPr sz="1200" b="0">
                <a:solidFill>
                  <a:srgbClr val="526579"/>
                </a:solidFill>
                <a:latin typeface="DejaVu Sans"/>
                <a:ea typeface="DejaVu Sans"/>
                <a:cs typeface="DejaVu Sans"/>
              </a:defRPr>
            </a:lvl2pPr>
            <a:lvl3pPr>
              <a:defRPr sz="1200" b="0">
                <a:solidFill>
                  <a:srgbClr val="526579"/>
                </a:solidFill>
                <a:latin typeface="DejaVu Sans"/>
                <a:ea typeface="DejaVu Sans"/>
                <a:cs typeface="DejaVu Sans"/>
              </a:defRPr>
            </a:lvl3pPr>
            <a:lvl4pPr>
              <a:defRPr sz="1200" b="0">
                <a:solidFill>
                  <a:srgbClr val="526579"/>
                </a:solidFill>
                <a:latin typeface="DejaVu Sans"/>
                <a:ea typeface="DejaVu Sans"/>
                <a:cs typeface="DejaVu Sans"/>
              </a:defRPr>
            </a:lvl4pPr>
            <a:lvl5pPr>
              <a:defRPr sz="1200" b="0">
                <a:solidFill>
                  <a:srgbClr val="526579"/>
                </a:solidFill>
                <a:latin typeface="DejaVu Sans"/>
                <a:ea typeface="DejaVu Sans"/>
                <a:cs typeface="DejaVu Sans"/>
              </a:defRPr>
            </a:lvl5pPr>
            <a:lvl6pPr>
              <a:defRPr sz="1200" b="0">
                <a:solidFill>
                  <a:srgbClr val="526579"/>
                </a:solidFill>
                <a:latin typeface="DejaVu Sans"/>
                <a:ea typeface="DejaVu Sans"/>
                <a:cs typeface="DejaVu Sans"/>
              </a:defRPr>
            </a:lvl6pPr>
            <a:lvl7pPr>
              <a:defRPr sz="1200" b="0">
                <a:solidFill>
                  <a:srgbClr val="526579"/>
                </a:solidFill>
                <a:latin typeface="DejaVu Sans"/>
                <a:ea typeface="DejaVu Sans"/>
                <a:cs typeface="DejaVu Sans"/>
              </a:defRPr>
            </a:lvl7pPr>
            <a:lvl8pPr>
              <a:defRPr sz="1200" b="0">
                <a:solidFill>
                  <a:srgbClr val="526579"/>
                </a:solidFill>
                <a:latin typeface="DejaVu Sans"/>
                <a:ea typeface="DejaVu Sans"/>
                <a:cs typeface="DejaVu Sans"/>
              </a:defRPr>
            </a:lvl8pPr>
            <a:lvl9pPr>
              <a:defRPr sz="1200" b="0">
                <a:solidFill>
                  <a:srgbClr val="526579"/>
                </a:solidFill>
                <a:latin typeface="DejaVu Sans"/>
                <a:ea typeface="DejaVu Sans"/>
                <a:cs typeface="DejaVu Sans"/>
              </a:defRPr>
            </a:lvl9pPr>
          </a:lstStyle>
          <a:p xmlns:a="http://schemas.openxmlformats.org/drawingml/2006/main">
            <a:pPr>
              <a:defRPr sz="1200" b="0">
                <a:solidFill>
                  <a:srgbClr val="526579"/>
                </a:solidFill>
                <a:latin typeface="DejaVu Sans"/>
                <a:ea typeface="DejaVu Sans"/>
                <a:cs typeface="DejaVu Sans"/>
              </a:defRPr>
            </a:pPr>
            <a:r>
              <a:rPr sz="1200" b="0">
                <a:solidFill>
                  <a:srgbClr val="526579"/>
                </a:solidFill>
                <a:latin typeface="DejaVu Sans"/>
                <a:ea typeface="DejaVu Sans"/>
                <a:cs typeface="DejaVu Sans"/>
              </a:rPr>
              <a:t>Assistant interne · État fonctionnel · 27 octobre 2026</a:t>
            </a:r>
          </a:p>
        </p:txBody>
      </p:sp>
      <p:sp>
        <p:nvSpPr>
          <p:cNvPr id="4" name="page">
            <a:extLst xmlns:a="http://schemas.openxmlformats.org/drawingml/2006/main">
              <a:ext uri="{FF2B5EF4-FFF2-40B4-BE49-F238E27FC236}">
                <a16:creationId xmlns:a16="http://schemas.microsoft.com/office/drawing/2014/main" id="{C048DF1A-9C74-4BAD-ADF2-E8CD543FB2F2}"/>
              </a:ext>
            </a:extLst>
          </p:cNvPr>
          <p:cNvSpPr>
            <a:spLocks xmlns:a="http://schemas.openxmlformats.org/drawingml/2006/main" noGrp="1"/>
          </p:cNvSpPr>
          <p:nvPr/>
        </p:nvSpPr>
        <p:spPr>
          <a:xfrm xmlns:a="http://schemas.openxmlformats.org/drawingml/2006/main">
            <a:off x="11096625" y="63912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126A85"/>
                </a:solidFill>
                <a:latin typeface="DejaVu Sans"/>
                <a:ea typeface="DejaVu Sans"/>
                <a:cs typeface="DejaVu Sans"/>
              </a:defRPr>
            </a:defPPr>
            <a:lvl1pPr>
              <a:defRPr sz="1650" b="1">
                <a:solidFill>
                  <a:srgbClr val="126A85"/>
                </a:solidFill>
                <a:latin typeface="DejaVu Sans"/>
                <a:ea typeface="DejaVu Sans"/>
                <a:cs typeface="DejaVu Sans"/>
              </a:defRPr>
            </a:lvl1pPr>
            <a:lvl2pPr>
              <a:defRPr sz="1650" b="1">
                <a:solidFill>
                  <a:srgbClr val="126A85"/>
                </a:solidFill>
                <a:latin typeface="DejaVu Sans"/>
                <a:ea typeface="DejaVu Sans"/>
                <a:cs typeface="DejaVu Sans"/>
              </a:defRPr>
            </a:lvl2pPr>
            <a:lvl3pPr>
              <a:defRPr sz="1650" b="1">
                <a:solidFill>
                  <a:srgbClr val="126A85"/>
                </a:solidFill>
                <a:latin typeface="DejaVu Sans"/>
                <a:ea typeface="DejaVu Sans"/>
                <a:cs typeface="DejaVu Sans"/>
              </a:defRPr>
            </a:lvl3pPr>
            <a:lvl4pPr>
              <a:defRPr sz="1650" b="1">
                <a:solidFill>
                  <a:srgbClr val="126A85"/>
                </a:solidFill>
                <a:latin typeface="DejaVu Sans"/>
                <a:ea typeface="DejaVu Sans"/>
                <a:cs typeface="DejaVu Sans"/>
              </a:defRPr>
            </a:lvl4pPr>
            <a:lvl5pPr>
              <a:defRPr sz="1650" b="1">
                <a:solidFill>
                  <a:srgbClr val="126A85"/>
                </a:solidFill>
                <a:latin typeface="DejaVu Sans"/>
                <a:ea typeface="DejaVu Sans"/>
                <a:cs typeface="DejaVu Sans"/>
              </a:defRPr>
            </a:lvl5pPr>
            <a:lvl6pPr>
              <a:defRPr sz="1650" b="1">
                <a:solidFill>
                  <a:srgbClr val="126A85"/>
                </a:solidFill>
                <a:latin typeface="DejaVu Sans"/>
                <a:ea typeface="DejaVu Sans"/>
                <a:cs typeface="DejaVu Sans"/>
              </a:defRPr>
            </a:lvl6pPr>
            <a:lvl7pPr>
              <a:defRPr sz="1650" b="1">
                <a:solidFill>
                  <a:srgbClr val="126A85"/>
                </a:solidFill>
                <a:latin typeface="DejaVu Sans"/>
                <a:ea typeface="DejaVu Sans"/>
                <a:cs typeface="DejaVu Sans"/>
              </a:defRPr>
            </a:lvl7pPr>
            <a:lvl8pPr>
              <a:defRPr sz="1650" b="1">
                <a:solidFill>
                  <a:srgbClr val="126A85"/>
                </a:solidFill>
                <a:latin typeface="DejaVu Sans"/>
                <a:ea typeface="DejaVu Sans"/>
                <a:cs typeface="DejaVu Sans"/>
              </a:defRPr>
            </a:lvl8pPr>
            <a:lvl9pPr>
              <a:defRPr sz="1650" b="1">
                <a:solidFill>
                  <a:srgbClr val="126A85"/>
                </a:solidFill>
                <a:latin typeface="DejaVu Sans"/>
                <a:ea typeface="DejaVu Sans"/>
                <a:cs typeface="DejaVu Sans"/>
              </a:defRPr>
            </a:lvl9pPr>
          </a:lstStyle>
          <a:p xmlns:a="http://schemas.openxmlformats.org/drawingml/2006/main">
            <a:pPr>
              <a:defRPr sz="1650" b="1">
                <a:solidFill>
                  <a:srgbClr val="126A85"/>
                </a:solidFill>
                <a:latin typeface="DejaVu Sans"/>
                <a:ea typeface="DejaVu Sans"/>
                <a:cs typeface="DejaVu Sans"/>
              </a:defRPr>
            </a:pPr>
            <a:r>
              <a:rPr sz="1650" b="1">
                <a:solidFill>
                  <a:srgbClr val="126A85"/>
                </a:solidFill>
                <a:latin typeface="DejaVu Sans"/>
                <a:ea typeface="DejaVu Sans"/>
                <a:cs typeface="DejaVu Sans"/>
              </a:rPr>
              <a:t>04</a:t>
            </a:r>
          </a:p>
        </p:txBody>
      </p:sp>
      <p:sp>
        <p:nvSpPr>
          <p:cNvPr id="5" name="use3">
            <a:extLst xmlns:a="http://schemas.openxmlformats.org/drawingml/2006/main">
              <a:ext uri="{FF2B5EF4-FFF2-40B4-BE49-F238E27FC236}">
                <a16:creationId xmlns:a16="http://schemas.microsoft.com/office/drawing/2014/main" id="{0ED9C7EF-DAF4-4713-A332-5E5776EFC5D3}"/>
              </a:ext>
            </a:extLst>
          </p:cNvPr>
          <p:cNvSpPr>
            <a:spLocks xmlns:a="http://schemas.openxmlformats.org/drawingml/2006/main" noGrp="1"/>
          </p:cNvSpPr>
          <p:nvPr/>
        </p:nvSpPr>
        <p:spPr>
          <a:xfrm xmlns:a="http://schemas.openxmlformats.org/drawingml/2006/main">
            <a:off x="628650" y="1895475"/>
            <a:ext cx="5162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126A85"/>
                </a:solidFill>
                <a:latin typeface="DejaVu Sans"/>
                <a:ea typeface="DejaVu Sans"/>
                <a:cs typeface="DejaVu Sans"/>
              </a:defRPr>
            </a:defPPr>
            <a:lvl1pPr>
              <a:defRPr sz="2400" b="1">
                <a:solidFill>
                  <a:srgbClr val="126A85"/>
                </a:solidFill>
                <a:latin typeface="DejaVu Sans"/>
                <a:ea typeface="DejaVu Sans"/>
                <a:cs typeface="DejaVu Sans"/>
              </a:defRPr>
            </a:lvl1pPr>
            <a:lvl2pPr>
              <a:defRPr sz="2400" b="1">
                <a:solidFill>
                  <a:srgbClr val="126A85"/>
                </a:solidFill>
                <a:latin typeface="DejaVu Sans"/>
                <a:ea typeface="DejaVu Sans"/>
                <a:cs typeface="DejaVu Sans"/>
              </a:defRPr>
            </a:lvl2pPr>
            <a:lvl3pPr>
              <a:defRPr sz="2400" b="1">
                <a:solidFill>
                  <a:srgbClr val="126A85"/>
                </a:solidFill>
                <a:latin typeface="DejaVu Sans"/>
                <a:ea typeface="DejaVu Sans"/>
                <a:cs typeface="DejaVu Sans"/>
              </a:defRPr>
            </a:lvl3pPr>
            <a:lvl4pPr>
              <a:defRPr sz="2400" b="1">
                <a:solidFill>
                  <a:srgbClr val="126A85"/>
                </a:solidFill>
                <a:latin typeface="DejaVu Sans"/>
                <a:ea typeface="DejaVu Sans"/>
                <a:cs typeface="DejaVu Sans"/>
              </a:defRPr>
            </a:lvl4pPr>
            <a:lvl5pPr>
              <a:defRPr sz="2400" b="1">
                <a:solidFill>
                  <a:srgbClr val="126A85"/>
                </a:solidFill>
                <a:latin typeface="DejaVu Sans"/>
                <a:ea typeface="DejaVu Sans"/>
                <a:cs typeface="DejaVu Sans"/>
              </a:defRPr>
            </a:lvl5pPr>
            <a:lvl6pPr>
              <a:defRPr sz="2400" b="1">
                <a:solidFill>
                  <a:srgbClr val="126A85"/>
                </a:solidFill>
                <a:latin typeface="DejaVu Sans"/>
                <a:ea typeface="DejaVu Sans"/>
                <a:cs typeface="DejaVu Sans"/>
              </a:defRPr>
            </a:lvl6pPr>
            <a:lvl7pPr>
              <a:defRPr sz="2400" b="1">
                <a:solidFill>
                  <a:srgbClr val="126A85"/>
                </a:solidFill>
                <a:latin typeface="DejaVu Sans"/>
                <a:ea typeface="DejaVu Sans"/>
                <a:cs typeface="DejaVu Sans"/>
              </a:defRPr>
            </a:lvl7pPr>
            <a:lvl8pPr>
              <a:defRPr sz="2400" b="1">
                <a:solidFill>
                  <a:srgbClr val="126A85"/>
                </a:solidFill>
                <a:latin typeface="DejaVu Sans"/>
                <a:ea typeface="DejaVu Sans"/>
                <a:cs typeface="DejaVu Sans"/>
              </a:defRPr>
            </a:lvl8pPr>
            <a:lvl9pPr>
              <a:defRPr sz="2400" b="1">
                <a:solidFill>
                  <a:srgbClr val="126A85"/>
                </a:solidFill>
                <a:latin typeface="DejaVu Sans"/>
                <a:ea typeface="DejaVu Sans"/>
                <a:cs typeface="DejaVu Sans"/>
              </a:defRPr>
            </a:lvl9pPr>
          </a:lstStyle>
          <a:p xmlns:a="http://schemas.openxmlformats.org/drawingml/2006/main">
            <a:pPr>
              <a:defRPr sz="2400" b="1">
                <a:solidFill>
                  <a:srgbClr val="126A85"/>
                </a:solidFill>
                <a:latin typeface="DejaVu Sans"/>
                <a:ea typeface="DejaVu Sans"/>
                <a:cs typeface="DejaVu Sans"/>
              </a:defRPr>
            </a:pPr>
            <a:r>
              <a:rPr sz="2400" b="1">
                <a:solidFill>
                  <a:srgbClr val="126A85"/>
                </a:solidFill>
                <a:latin typeface="DejaVu Sans"/>
                <a:ea typeface="DejaVu Sans"/>
                <a:cs typeface="DejaVu Sans"/>
              </a:rPr>
              <a:t>03  Confluence Doc</a:t>
            </a:r>
          </a:p>
        </p:txBody>
      </p:sp>
      <p:sp>
        <p:nvSpPr>
          <p:cNvPr id="6" name="body3">
            <a:extLst xmlns:a="http://schemas.openxmlformats.org/drawingml/2006/main">
              <a:ext uri="{FF2B5EF4-FFF2-40B4-BE49-F238E27FC236}">
                <a16:creationId xmlns:a16="http://schemas.microsoft.com/office/drawing/2014/main" id="{C6AC67C2-3F9D-4DE1-848F-D49F624D5872}"/>
              </a:ext>
            </a:extLst>
          </p:cNvPr>
          <p:cNvSpPr>
            <a:spLocks xmlns:a="http://schemas.openxmlformats.org/drawingml/2006/main" noGrp="1"/>
          </p:cNvSpPr>
          <p:nvPr/>
        </p:nvSpPr>
        <p:spPr>
          <a:xfrm xmlns:a="http://schemas.openxmlformats.org/drawingml/2006/main">
            <a:off x="628650" y="2543175"/>
            <a:ext cx="50292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14293E"/>
                </a:solidFill>
                <a:latin typeface="DejaVu Sans"/>
                <a:ea typeface="DejaVu Sans"/>
                <a:cs typeface="DejaVu Sans"/>
              </a:defRPr>
            </a:defPPr>
            <a:lvl1pPr>
              <a:defRPr sz="1875" b="0">
                <a:solidFill>
                  <a:srgbClr val="14293E"/>
                </a:solidFill>
                <a:latin typeface="DejaVu Sans"/>
                <a:ea typeface="DejaVu Sans"/>
                <a:cs typeface="DejaVu Sans"/>
              </a:defRPr>
            </a:lvl1pPr>
            <a:lvl2pPr>
              <a:defRPr sz="1875" b="0">
                <a:solidFill>
                  <a:srgbClr val="14293E"/>
                </a:solidFill>
                <a:latin typeface="DejaVu Sans"/>
                <a:ea typeface="DejaVu Sans"/>
                <a:cs typeface="DejaVu Sans"/>
              </a:defRPr>
            </a:lvl2pPr>
            <a:lvl3pPr>
              <a:defRPr sz="1875" b="0">
                <a:solidFill>
                  <a:srgbClr val="14293E"/>
                </a:solidFill>
                <a:latin typeface="DejaVu Sans"/>
                <a:ea typeface="DejaVu Sans"/>
                <a:cs typeface="DejaVu Sans"/>
              </a:defRPr>
            </a:lvl3pPr>
            <a:lvl4pPr>
              <a:defRPr sz="1875" b="0">
                <a:solidFill>
                  <a:srgbClr val="14293E"/>
                </a:solidFill>
                <a:latin typeface="DejaVu Sans"/>
                <a:ea typeface="DejaVu Sans"/>
                <a:cs typeface="DejaVu Sans"/>
              </a:defRPr>
            </a:lvl4pPr>
            <a:lvl5pPr>
              <a:defRPr sz="1875" b="0">
                <a:solidFill>
                  <a:srgbClr val="14293E"/>
                </a:solidFill>
                <a:latin typeface="DejaVu Sans"/>
                <a:ea typeface="DejaVu Sans"/>
                <a:cs typeface="DejaVu Sans"/>
              </a:defRPr>
            </a:lvl5pPr>
            <a:lvl6pPr>
              <a:defRPr sz="1875" b="0">
                <a:solidFill>
                  <a:srgbClr val="14293E"/>
                </a:solidFill>
                <a:latin typeface="DejaVu Sans"/>
                <a:ea typeface="DejaVu Sans"/>
                <a:cs typeface="DejaVu Sans"/>
              </a:defRPr>
            </a:lvl6pPr>
            <a:lvl7pPr>
              <a:defRPr sz="1875" b="0">
                <a:solidFill>
                  <a:srgbClr val="14293E"/>
                </a:solidFill>
                <a:latin typeface="DejaVu Sans"/>
                <a:ea typeface="DejaVu Sans"/>
                <a:cs typeface="DejaVu Sans"/>
              </a:defRPr>
            </a:lvl7pPr>
            <a:lvl8pPr>
              <a:defRPr sz="1875" b="0">
                <a:solidFill>
                  <a:srgbClr val="14293E"/>
                </a:solidFill>
                <a:latin typeface="DejaVu Sans"/>
                <a:ea typeface="DejaVu Sans"/>
                <a:cs typeface="DejaVu Sans"/>
              </a:defRPr>
            </a:lvl8pPr>
            <a:lvl9pPr>
              <a:defRPr sz="1875" b="0">
                <a:solidFill>
                  <a:srgbClr val="14293E"/>
                </a:solidFill>
                <a:latin typeface="DejaVu Sans"/>
                <a:ea typeface="DejaVu Sans"/>
                <a:cs typeface="DejaVu Sans"/>
              </a:defRPr>
            </a:lvl9pPr>
          </a:lstStyle>
          <a:p xmlns:a="http://schemas.openxmlformats.org/drawingml/2006/main">
            <a:pPr>
              <a:defRPr sz="1875" b="0">
                <a:solidFill>
                  <a:srgbClr val="14293E"/>
                </a:solidFill>
                <a:latin typeface="DejaVu Sans"/>
                <a:ea typeface="DejaVu Sans"/>
                <a:cs typeface="DejaVu Sans"/>
              </a:defRPr>
            </a:pPr>
            <a:r>
              <a:rPr sz="1875" b="0">
                <a:solidFill>
                  <a:srgbClr val="14293E"/>
                </a:solidFill>
                <a:latin typeface="DejaVu Sans"/>
                <a:ea typeface="DejaVu Sans"/>
                <a:cs typeface="DejaVu Sans"/>
              </a:rPr>
              <a:t>Pages : lire, résumer et préparer une modification directe.</a:t>
            </a:r>
          </a:p>
          <a:p xmlns:a="http://schemas.openxmlformats.org/drawingml/2006/main">
            <a:r>
              <a:t/>
            </a:r>
          </a:p>
          <a:p xmlns:a="http://schemas.openxmlformats.org/drawingml/2006/main">
            <a:pPr>
              <a:defRPr sz="1875" b="0">
                <a:solidFill>
                  <a:srgbClr val="14293E"/>
                </a:solidFill>
                <a:latin typeface="DejaVu Sans"/>
                <a:ea typeface="DejaVu Sans"/>
                <a:cs typeface="DejaVu Sans"/>
              </a:defRPr>
            </a:pPr>
            <a:r>
              <a:rPr sz="1875" b="0">
                <a:solidFill>
                  <a:srgbClr val="14293E"/>
                </a:solidFill>
                <a:latin typeface="DejaVu Sans"/>
                <a:ea typeface="DejaVu Sans"/>
                <a:cs typeface="DejaVu Sans"/>
              </a:rPr>
              <a:t>Document : choisir un guide et rédiger une rubrique à la fois.</a:t>
            </a:r>
          </a:p>
          <a:p xmlns:a="http://schemas.openxmlformats.org/drawingml/2006/main">
            <a:r>
              <a:t/>
            </a:r>
          </a:p>
          <a:p xmlns:a="http://schemas.openxmlformats.org/drawingml/2006/main">
            <a:pPr>
              <a:defRPr sz="1875" b="0">
                <a:solidFill>
                  <a:srgbClr val="14293E"/>
                </a:solidFill>
                <a:latin typeface="DejaVu Sans"/>
                <a:ea typeface="DejaVu Sans"/>
                <a:cs typeface="DejaVu Sans"/>
              </a:defRPr>
            </a:pPr>
            <a:r>
              <a:rPr sz="1875" b="0">
                <a:solidFill>
                  <a:srgbClr val="14293E"/>
                </a:solidFill>
                <a:latin typeface="DejaVu Sans"/>
                <a:ea typeface="DejaVu Sans"/>
                <a:cs typeface="DejaVu Sans"/>
              </a:rPr>
              <a:t>Proposition, accord, sauvegarde puis contrôle du contenu réel.</a:t>
            </a:r>
          </a:p>
        </p:txBody>
      </p:sp>
      <p:sp>
        <p:nvSpPr>
          <p:cNvPr id="7" name="status3">
            <a:extLst xmlns:a="http://schemas.openxmlformats.org/drawingml/2006/main">
              <a:ext uri="{FF2B5EF4-FFF2-40B4-BE49-F238E27FC236}">
                <a16:creationId xmlns:a16="http://schemas.microsoft.com/office/drawing/2014/main" id="{8DE224DA-9DD9-4588-A653-B4EF7B1EB115}"/>
              </a:ext>
            </a:extLst>
          </p:cNvPr>
          <p:cNvSpPr>
            <a:spLocks xmlns:a="http://schemas.openxmlformats.org/drawingml/2006/main" noGrp="1"/>
          </p:cNvSpPr>
          <p:nvPr/>
        </p:nvSpPr>
        <p:spPr>
          <a:xfrm xmlns:a="http://schemas.openxmlformats.org/drawingml/2006/main">
            <a:off x="628650" y="5391150"/>
            <a:ext cx="5086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26A85"/>
                </a:solidFill>
                <a:latin typeface="DejaVu Sans"/>
                <a:ea typeface="DejaVu Sans"/>
                <a:cs typeface="DejaVu Sans"/>
              </a:defRPr>
            </a:defPPr>
            <a:lvl1pPr>
              <a:defRPr sz="1725" b="1">
                <a:solidFill>
                  <a:srgbClr val="126A85"/>
                </a:solidFill>
                <a:latin typeface="DejaVu Sans"/>
                <a:ea typeface="DejaVu Sans"/>
                <a:cs typeface="DejaVu Sans"/>
              </a:defRPr>
            </a:lvl1pPr>
            <a:lvl2pPr>
              <a:defRPr sz="1725" b="1">
                <a:solidFill>
                  <a:srgbClr val="126A85"/>
                </a:solidFill>
                <a:latin typeface="DejaVu Sans"/>
                <a:ea typeface="DejaVu Sans"/>
                <a:cs typeface="DejaVu Sans"/>
              </a:defRPr>
            </a:lvl2pPr>
            <a:lvl3pPr>
              <a:defRPr sz="1725" b="1">
                <a:solidFill>
                  <a:srgbClr val="126A85"/>
                </a:solidFill>
                <a:latin typeface="DejaVu Sans"/>
                <a:ea typeface="DejaVu Sans"/>
                <a:cs typeface="DejaVu Sans"/>
              </a:defRPr>
            </a:lvl3pPr>
            <a:lvl4pPr>
              <a:defRPr sz="1725" b="1">
                <a:solidFill>
                  <a:srgbClr val="126A85"/>
                </a:solidFill>
                <a:latin typeface="DejaVu Sans"/>
                <a:ea typeface="DejaVu Sans"/>
                <a:cs typeface="DejaVu Sans"/>
              </a:defRPr>
            </a:lvl4pPr>
            <a:lvl5pPr>
              <a:defRPr sz="1725" b="1">
                <a:solidFill>
                  <a:srgbClr val="126A85"/>
                </a:solidFill>
                <a:latin typeface="DejaVu Sans"/>
                <a:ea typeface="DejaVu Sans"/>
                <a:cs typeface="DejaVu Sans"/>
              </a:defRPr>
            </a:lvl5pPr>
            <a:lvl6pPr>
              <a:defRPr sz="1725" b="1">
                <a:solidFill>
                  <a:srgbClr val="126A85"/>
                </a:solidFill>
                <a:latin typeface="DejaVu Sans"/>
                <a:ea typeface="DejaVu Sans"/>
                <a:cs typeface="DejaVu Sans"/>
              </a:defRPr>
            </a:lvl6pPr>
            <a:lvl7pPr>
              <a:defRPr sz="1725" b="1">
                <a:solidFill>
                  <a:srgbClr val="126A85"/>
                </a:solidFill>
                <a:latin typeface="DejaVu Sans"/>
                <a:ea typeface="DejaVu Sans"/>
                <a:cs typeface="DejaVu Sans"/>
              </a:defRPr>
            </a:lvl7pPr>
            <a:lvl8pPr>
              <a:defRPr sz="1725" b="1">
                <a:solidFill>
                  <a:srgbClr val="126A85"/>
                </a:solidFill>
                <a:latin typeface="DejaVu Sans"/>
                <a:ea typeface="DejaVu Sans"/>
                <a:cs typeface="DejaVu Sans"/>
              </a:defRPr>
            </a:lvl8pPr>
            <a:lvl9pPr>
              <a:defRPr sz="1725" b="1">
                <a:solidFill>
                  <a:srgbClr val="126A85"/>
                </a:solidFill>
                <a:latin typeface="DejaVu Sans"/>
                <a:ea typeface="DejaVu Sans"/>
                <a:cs typeface="DejaVu Sans"/>
              </a:defRPr>
            </a:lvl9pPr>
          </a:lstStyle>
          <a:p xmlns:a="http://schemas.openxmlformats.org/drawingml/2006/main">
            <a:pPr>
              <a:defRPr sz="1725" b="1">
                <a:solidFill>
                  <a:srgbClr val="126A85"/>
                </a:solidFill>
                <a:latin typeface="DejaVu Sans"/>
                <a:ea typeface="DejaVu Sans"/>
                <a:cs typeface="DejaVu Sans"/>
              </a:defRPr>
            </a:pPr>
            <a:r>
              <a:rPr sz="1725" b="1">
                <a:solidFill>
                  <a:srgbClr val="126A85"/>
                </a:solidFill>
                <a:latin typeface="DejaVu Sans"/>
                <a:ea typeface="DejaVu Sans"/>
                <a:cs typeface="DejaVu Sans"/>
              </a:rPr>
              <a:t>Pages testé en lecture et écriture</a:t>
            </a:r>
          </a:p>
          <a:p xmlns:a="http://schemas.openxmlformats.org/drawingml/2006/main">
            <a:pPr>
              <a:defRPr sz="1725" b="1">
                <a:solidFill>
                  <a:srgbClr val="126A85"/>
                </a:solidFill>
                <a:latin typeface="DejaVu Sans"/>
                <a:ea typeface="DejaVu Sans"/>
                <a:cs typeface="DejaVu Sans"/>
              </a:defRPr>
            </a:pPr>
            <a:r>
              <a:rPr sz="1725" b="1">
                <a:solidFill>
                  <a:srgbClr val="126A85"/>
                </a:solidFill>
                <a:latin typeface="DejaVu Sans"/>
                <a:ea typeface="DejaVu Sans"/>
                <a:cs typeface="DejaVu Sans"/>
              </a:rPr>
              <a:t>Parcours Document à tester</a:t>
            </a:r>
          </a:p>
        </p:txBody>
      </p:sp>
      <p:sp>
        <p:nvSpPr>
          <p:cNvPr id="8" name="use4">
            <a:extLst xmlns:a="http://schemas.openxmlformats.org/drawingml/2006/main">
              <a:ext uri="{FF2B5EF4-FFF2-40B4-BE49-F238E27FC236}">
                <a16:creationId xmlns:a16="http://schemas.microsoft.com/office/drawing/2014/main" id="{564B13BE-5205-4EFE-B663-8D76DB7A2FB1}"/>
              </a:ext>
            </a:extLst>
          </p:cNvPr>
          <p:cNvSpPr>
            <a:spLocks xmlns:a="http://schemas.openxmlformats.org/drawingml/2006/main" noGrp="1"/>
          </p:cNvSpPr>
          <p:nvPr/>
        </p:nvSpPr>
        <p:spPr>
          <a:xfrm xmlns:a="http://schemas.openxmlformats.org/drawingml/2006/main">
            <a:off x="6381750" y="1895475"/>
            <a:ext cx="5191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126A85"/>
                </a:solidFill>
                <a:latin typeface="DejaVu Sans"/>
                <a:ea typeface="DejaVu Sans"/>
                <a:cs typeface="DejaVu Sans"/>
              </a:defRPr>
            </a:defPPr>
            <a:lvl1pPr>
              <a:defRPr sz="2250" b="1">
                <a:solidFill>
                  <a:srgbClr val="126A85"/>
                </a:solidFill>
                <a:latin typeface="DejaVu Sans"/>
                <a:ea typeface="DejaVu Sans"/>
                <a:cs typeface="DejaVu Sans"/>
              </a:defRPr>
            </a:lvl1pPr>
            <a:lvl2pPr>
              <a:defRPr sz="2250" b="1">
                <a:solidFill>
                  <a:srgbClr val="126A85"/>
                </a:solidFill>
                <a:latin typeface="DejaVu Sans"/>
                <a:ea typeface="DejaVu Sans"/>
                <a:cs typeface="DejaVu Sans"/>
              </a:defRPr>
            </a:lvl2pPr>
            <a:lvl3pPr>
              <a:defRPr sz="2250" b="1">
                <a:solidFill>
                  <a:srgbClr val="126A85"/>
                </a:solidFill>
                <a:latin typeface="DejaVu Sans"/>
                <a:ea typeface="DejaVu Sans"/>
                <a:cs typeface="DejaVu Sans"/>
              </a:defRPr>
            </a:lvl3pPr>
            <a:lvl4pPr>
              <a:defRPr sz="2250" b="1">
                <a:solidFill>
                  <a:srgbClr val="126A85"/>
                </a:solidFill>
                <a:latin typeface="DejaVu Sans"/>
                <a:ea typeface="DejaVu Sans"/>
                <a:cs typeface="DejaVu Sans"/>
              </a:defRPr>
            </a:lvl4pPr>
            <a:lvl5pPr>
              <a:defRPr sz="2250" b="1">
                <a:solidFill>
                  <a:srgbClr val="126A85"/>
                </a:solidFill>
                <a:latin typeface="DejaVu Sans"/>
                <a:ea typeface="DejaVu Sans"/>
                <a:cs typeface="DejaVu Sans"/>
              </a:defRPr>
            </a:lvl5pPr>
            <a:lvl6pPr>
              <a:defRPr sz="2250" b="1">
                <a:solidFill>
                  <a:srgbClr val="126A85"/>
                </a:solidFill>
                <a:latin typeface="DejaVu Sans"/>
                <a:ea typeface="DejaVu Sans"/>
                <a:cs typeface="DejaVu Sans"/>
              </a:defRPr>
            </a:lvl6pPr>
            <a:lvl7pPr>
              <a:defRPr sz="2250" b="1">
                <a:solidFill>
                  <a:srgbClr val="126A85"/>
                </a:solidFill>
                <a:latin typeface="DejaVu Sans"/>
                <a:ea typeface="DejaVu Sans"/>
                <a:cs typeface="DejaVu Sans"/>
              </a:defRPr>
            </a:lvl7pPr>
            <a:lvl8pPr>
              <a:defRPr sz="2250" b="1">
                <a:solidFill>
                  <a:srgbClr val="126A85"/>
                </a:solidFill>
                <a:latin typeface="DejaVu Sans"/>
                <a:ea typeface="DejaVu Sans"/>
                <a:cs typeface="DejaVu Sans"/>
              </a:defRPr>
            </a:lvl8pPr>
            <a:lvl9pPr>
              <a:defRPr sz="2250" b="1">
                <a:solidFill>
                  <a:srgbClr val="126A85"/>
                </a:solidFill>
                <a:latin typeface="DejaVu Sans"/>
                <a:ea typeface="DejaVu Sans"/>
                <a:cs typeface="DejaVu Sans"/>
              </a:defRPr>
            </a:lvl9pPr>
          </a:lstStyle>
          <a:p xmlns:a="http://schemas.openxmlformats.org/drawingml/2006/main">
            <a:pPr>
              <a:defRPr sz="2250" b="1">
                <a:solidFill>
                  <a:srgbClr val="126A85"/>
                </a:solidFill>
                <a:latin typeface="DejaVu Sans"/>
                <a:ea typeface="DejaVu Sans"/>
                <a:cs typeface="DejaVu Sans"/>
              </a:defRPr>
            </a:pPr>
            <a:r>
              <a:rPr sz="2250" b="1">
                <a:solidFill>
                  <a:srgbClr val="126A85"/>
                </a:solidFill>
                <a:latin typeface="DejaVu Sans"/>
                <a:ea typeface="DejaVu Sans"/>
                <a:cs typeface="DejaVu Sans"/>
              </a:rPr>
              <a:t>04  Système de tâche suivie</a:t>
            </a:r>
          </a:p>
        </p:txBody>
      </p:sp>
      <p:sp>
        <p:nvSpPr>
          <p:cNvPr id="9" name="body4">
            <a:extLst xmlns:a="http://schemas.openxmlformats.org/drawingml/2006/main">
              <a:ext uri="{FF2B5EF4-FFF2-40B4-BE49-F238E27FC236}">
                <a16:creationId xmlns:a16="http://schemas.microsoft.com/office/drawing/2014/main" id="{9CF4C041-2085-46F2-AD69-CDA040F3BE4B}"/>
              </a:ext>
            </a:extLst>
          </p:cNvPr>
          <p:cNvSpPr>
            <a:spLocks xmlns:a="http://schemas.openxmlformats.org/drawingml/2006/main" noGrp="1"/>
          </p:cNvSpPr>
          <p:nvPr/>
        </p:nvSpPr>
        <p:spPr>
          <a:xfrm xmlns:a="http://schemas.openxmlformats.org/drawingml/2006/main">
            <a:off x="6381750" y="2543175"/>
            <a:ext cx="50958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14293E"/>
                </a:solidFill>
                <a:latin typeface="DejaVu Sans"/>
                <a:ea typeface="DejaVu Sans"/>
                <a:cs typeface="DejaVu Sans"/>
              </a:defRPr>
            </a:defPPr>
            <a:lvl1pPr>
              <a:defRPr sz="1875" b="0">
                <a:solidFill>
                  <a:srgbClr val="14293E"/>
                </a:solidFill>
                <a:latin typeface="DejaVu Sans"/>
                <a:ea typeface="DejaVu Sans"/>
                <a:cs typeface="DejaVu Sans"/>
              </a:defRPr>
            </a:lvl1pPr>
            <a:lvl2pPr>
              <a:defRPr sz="1875" b="0">
                <a:solidFill>
                  <a:srgbClr val="14293E"/>
                </a:solidFill>
                <a:latin typeface="DejaVu Sans"/>
                <a:ea typeface="DejaVu Sans"/>
                <a:cs typeface="DejaVu Sans"/>
              </a:defRPr>
            </a:lvl2pPr>
            <a:lvl3pPr>
              <a:defRPr sz="1875" b="0">
                <a:solidFill>
                  <a:srgbClr val="14293E"/>
                </a:solidFill>
                <a:latin typeface="DejaVu Sans"/>
                <a:ea typeface="DejaVu Sans"/>
                <a:cs typeface="DejaVu Sans"/>
              </a:defRPr>
            </a:lvl3pPr>
            <a:lvl4pPr>
              <a:defRPr sz="1875" b="0">
                <a:solidFill>
                  <a:srgbClr val="14293E"/>
                </a:solidFill>
                <a:latin typeface="DejaVu Sans"/>
                <a:ea typeface="DejaVu Sans"/>
                <a:cs typeface="DejaVu Sans"/>
              </a:defRPr>
            </a:lvl4pPr>
            <a:lvl5pPr>
              <a:defRPr sz="1875" b="0">
                <a:solidFill>
                  <a:srgbClr val="14293E"/>
                </a:solidFill>
                <a:latin typeface="DejaVu Sans"/>
                <a:ea typeface="DejaVu Sans"/>
                <a:cs typeface="DejaVu Sans"/>
              </a:defRPr>
            </a:lvl5pPr>
            <a:lvl6pPr>
              <a:defRPr sz="1875" b="0">
                <a:solidFill>
                  <a:srgbClr val="14293E"/>
                </a:solidFill>
                <a:latin typeface="DejaVu Sans"/>
                <a:ea typeface="DejaVu Sans"/>
                <a:cs typeface="DejaVu Sans"/>
              </a:defRPr>
            </a:lvl6pPr>
            <a:lvl7pPr>
              <a:defRPr sz="1875" b="0">
                <a:solidFill>
                  <a:srgbClr val="14293E"/>
                </a:solidFill>
                <a:latin typeface="DejaVu Sans"/>
                <a:ea typeface="DejaVu Sans"/>
                <a:cs typeface="DejaVu Sans"/>
              </a:defRPr>
            </a:lvl7pPr>
            <a:lvl8pPr>
              <a:defRPr sz="1875" b="0">
                <a:solidFill>
                  <a:srgbClr val="14293E"/>
                </a:solidFill>
                <a:latin typeface="DejaVu Sans"/>
                <a:ea typeface="DejaVu Sans"/>
                <a:cs typeface="DejaVu Sans"/>
              </a:defRPr>
            </a:lvl8pPr>
            <a:lvl9pPr>
              <a:defRPr sz="1875" b="0">
                <a:solidFill>
                  <a:srgbClr val="14293E"/>
                </a:solidFill>
                <a:latin typeface="DejaVu Sans"/>
                <a:ea typeface="DejaVu Sans"/>
                <a:cs typeface="DejaVu Sans"/>
              </a:defRPr>
            </a:lvl9pPr>
          </a:lstStyle>
          <a:p xmlns:a="http://schemas.openxmlformats.org/drawingml/2006/main">
            <a:pPr>
              <a:defRPr sz="1875" b="0">
                <a:solidFill>
                  <a:srgbClr val="14293E"/>
                </a:solidFill>
                <a:latin typeface="DejaVu Sans"/>
                <a:ea typeface="DejaVu Sans"/>
                <a:cs typeface="DejaVu Sans"/>
              </a:defRPr>
            </a:pPr>
            <a:r>
              <a:rPr sz="1875" b="0">
                <a:solidFill>
                  <a:srgbClr val="14293E"/>
                </a:solidFill>
                <a:latin typeface="DejaVu Sans"/>
                <a:ea typeface="DejaVu Sans"/>
                <a:cs typeface="DejaVu Sans"/>
              </a:rPr>
              <a:t>Définir un objectif avec start_task.</a:t>
            </a:r>
          </a:p>
          <a:p xmlns:a="http://schemas.openxmlformats.org/drawingml/2006/main">
            <a:r>
              <a:t/>
            </a:r>
          </a:p>
          <a:p xmlns:a="http://schemas.openxmlformats.org/drawingml/2006/main">
            <a:pPr>
              <a:defRPr sz="1875" b="0">
                <a:solidFill>
                  <a:srgbClr val="14293E"/>
                </a:solidFill>
                <a:latin typeface="DejaVu Sans"/>
                <a:ea typeface="DejaVu Sans"/>
                <a:cs typeface="DejaVu Sans"/>
              </a:defRPr>
            </a:pPr>
            <a:r>
              <a:rPr sz="1875" b="0">
                <a:solidFill>
                  <a:srgbClr val="14293E"/>
                </a:solidFill>
                <a:latin typeface="DejaVu Sans"/>
                <a:ea typeface="DejaVu Sans"/>
                <a:cs typeface="DejaVu Sans"/>
              </a:rPr>
              <a:t>Conserver un checkpoint : bilan, prochaine action et fichiers utiles.</a:t>
            </a:r>
          </a:p>
          <a:p xmlns:a="http://schemas.openxmlformats.org/drawingml/2006/main">
            <a:r>
              <a:t/>
            </a:r>
          </a:p>
          <a:p xmlns:a="http://schemas.openxmlformats.org/drawingml/2006/main">
            <a:pPr>
              <a:defRPr sz="1875" b="0">
                <a:solidFill>
                  <a:srgbClr val="14293E"/>
                </a:solidFill>
                <a:latin typeface="DejaVu Sans"/>
                <a:ea typeface="DejaVu Sans"/>
                <a:cs typeface="DejaVu Sans"/>
              </a:defRPr>
            </a:pPr>
            <a:r>
              <a:rPr sz="1875" b="0">
                <a:solidFill>
                  <a:srgbClr val="14293E"/>
                </a:solidFill>
                <a:latin typeface="DejaVu Sans"/>
                <a:ea typeface="DejaVu Sans"/>
                <a:cs typeface="DejaVu Sans"/>
              </a:rPr>
              <a:t>Reprendre par identifiant, puis soumettre les changements à validation.</a:t>
            </a:r>
          </a:p>
        </p:txBody>
      </p:sp>
      <p:sp>
        <p:nvSpPr>
          <p:cNvPr id="10" name="status4">
            <a:extLst xmlns:a="http://schemas.openxmlformats.org/drawingml/2006/main">
              <a:ext uri="{FF2B5EF4-FFF2-40B4-BE49-F238E27FC236}">
                <a16:creationId xmlns:a16="http://schemas.microsoft.com/office/drawing/2014/main" id="{D3A4F657-AE5A-4B2A-BEF9-B6D77C8DC0D7}"/>
              </a:ext>
            </a:extLst>
          </p:cNvPr>
          <p:cNvSpPr>
            <a:spLocks xmlns:a="http://schemas.openxmlformats.org/drawingml/2006/main" noGrp="1"/>
          </p:cNvSpPr>
          <p:nvPr/>
        </p:nvSpPr>
        <p:spPr>
          <a:xfrm xmlns:a="http://schemas.openxmlformats.org/drawingml/2006/main">
            <a:off x="6381750" y="5391150"/>
            <a:ext cx="514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126A85"/>
                </a:solidFill>
                <a:latin typeface="DejaVu Sans"/>
                <a:ea typeface="DejaVu Sans"/>
                <a:cs typeface="DejaVu Sans"/>
              </a:defRPr>
            </a:defPPr>
            <a:lvl1pPr>
              <a:defRPr sz="1650" b="1">
                <a:solidFill>
                  <a:srgbClr val="126A85"/>
                </a:solidFill>
                <a:latin typeface="DejaVu Sans"/>
                <a:ea typeface="DejaVu Sans"/>
                <a:cs typeface="DejaVu Sans"/>
              </a:defRPr>
            </a:lvl1pPr>
            <a:lvl2pPr>
              <a:defRPr sz="1650" b="1">
                <a:solidFill>
                  <a:srgbClr val="126A85"/>
                </a:solidFill>
                <a:latin typeface="DejaVu Sans"/>
                <a:ea typeface="DejaVu Sans"/>
                <a:cs typeface="DejaVu Sans"/>
              </a:defRPr>
            </a:lvl2pPr>
            <a:lvl3pPr>
              <a:defRPr sz="1650" b="1">
                <a:solidFill>
                  <a:srgbClr val="126A85"/>
                </a:solidFill>
                <a:latin typeface="DejaVu Sans"/>
                <a:ea typeface="DejaVu Sans"/>
                <a:cs typeface="DejaVu Sans"/>
              </a:defRPr>
            </a:lvl3pPr>
            <a:lvl4pPr>
              <a:defRPr sz="1650" b="1">
                <a:solidFill>
                  <a:srgbClr val="126A85"/>
                </a:solidFill>
                <a:latin typeface="DejaVu Sans"/>
                <a:ea typeface="DejaVu Sans"/>
                <a:cs typeface="DejaVu Sans"/>
              </a:defRPr>
            </a:lvl4pPr>
            <a:lvl5pPr>
              <a:defRPr sz="1650" b="1">
                <a:solidFill>
                  <a:srgbClr val="126A85"/>
                </a:solidFill>
                <a:latin typeface="DejaVu Sans"/>
                <a:ea typeface="DejaVu Sans"/>
                <a:cs typeface="DejaVu Sans"/>
              </a:defRPr>
            </a:lvl5pPr>
            <a:lvl6pPr>
              <a:defRPr sz="1650" b="1">
                <a:solidFill>
                  <a:srgbClr val="126A85"/>
                </a:solidFill>
                <a:latin typeface="DejaVu Sans"/>
                <a:ea typeface="DejaVu Sans"/>
                <a:cs typeface="DejaVu Sans"/>
              </a:defRPr>
            </a:lvl6pPr>
            <a:lvl7pPr>
              <a:defRPr sz="1650" b="1">
                <a:solidFill>
                  <a:srgbClr val="126A85"/>
                </a:solidFill>
                <a:latin typeface="DejaVu Sans"/>
                <a:ea typeface="DejaVu Sans"/>
                <a:cs typeface="DejaVu Sans"/>
              </a:defRPr>
            </a:lvl7pPr>
            <a:lvl8pPr>
              <a:defRPr sz="1650" b="1">
                <a:solidFill>
                  <a:srgbClr val="126A85"/>
                </a:solidFill>
                <a:latin typeface="DejaVu Sans"/>
                <a:ea typeface="DejaVu Sans"/>
                <a:cs typeface="DejaVu Sans"/>
              </a:defRPr>
            </a:lvl8pPr>
            <a:lvl9pPr>
              <a:defRPr sz="1650" b="1">
                <a:solidFill>
                  <a:srgbClr val="126A85"/>
                </a:solidFill>
                <a:latin typeface="DejaVu Sans"/>
                <a:ea typeface="DejaVu Sans"/>
                <a:cs typeface="DejaVu Sans"/>
              </a:defRPr>
            </a:lvl9pPr>
          </a:lstStyle>
          <a:p xmlns:a="http://schemas.openxmlformats.org/drawingml/2006/main">
            <a:pPr>
              <a:defRPr sz="1650" b="1">
                <a:solidFill>
                  <a:srgbClr val="126A85"/>
                </a:solidFill>
                <a:latin typeface="DejaVu Sans"/>
                <a:ea typeface="DejaVu Sans"/>
                <a:cs typeface="DejaVu Sans"/>
              </a:defRPr>
            </a:pPr>
            <a:r>
              <a:rPr sz="1650" b="1">
                <a:solidFill>
                  <a:srgbClr val="126A85"/>
                </a:solidFill>
                <a:latin typeface="DejaVu Sans"/>
                <a:ea typeface="DejaVu Sans"/>
                <a:cs typeface="DejaVu Sans"/>
              </a:rPr>
              <a:t>Tâches et brouillons conservés localement</a:t>
            </a:r>
          </a:p>
          <a:p xmlns:a="http://schemas.openxmlformats.org/drawingml/2006/main">
            <a:pPr>
              <a:defRPr sz="1650" b="1">
                <a:solidFill>
                  <a:srgbClr val="126A85"/>
                </a:solidFill>
                <a:latin typeface="DejaVu Sans"/>
                <a:ea typeface="DejaVu Sans"/>
                <a:cs typeface="DejaVu Sans"/>
              </a:defRPr>
            </a:pPr>
            <a:r>
              <a:rPr sz="1650" b="1">
                <a:solidFill>
                  <a:srgbClr val="126A85"/>
                </a:solidFill>
                <a:latin typeface="DejaVu Sans"/>
                <a:ea typeface="DejaVu Sans"/>
                <a:cs typeface="DejaVu Sans"/>
              </a:rPr>
              <a:t>Reprise automatique du chat non disponible</a:t>
            </a:r>
          </a:p>
        </p:txBody>
      </p:sp>
    </p:spTree>
    <p:extLst>
      <p:ext uri="{BB962C8B-B14F-4D97-AF65-F5344CB8AC3E}">
        <p14:creationId xmlns:p14="http://schemas.microsoft.com/office/powerpoint/2010/main" val="1998722177"/>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6BF4A48-1D74-4D3A-AB40-72DAE30343A9}"/>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4293E"/>
                </a:solidFill>
                <a:latin typeface="DejaVu Sans"/>
                <a:ea typeface="DejaVu Sans"/>
                <a:cs typeface="DejaVu Sans"/>
              </a:defRPr>
            </a:defPPr>
            <a:lvl1pPr>
              <a:defRPr sz="3225" b="1">
                <a:solidFill>
                  <a:srgbClr val="14293E"/>
                </a:solidFill>
                <a:latin typeface="DejaVu Sans"/>
                <a:ea typeface="DejaVu Sans"/>
                <a:cs typeface="DejaVu Sans"/>
              </a:defRPr>
            </a:lvl1pPr>
            <a:lvl2pPr>
              <a:defRPr sz="3225" b="1">
                <a:solidFill>
                  <a:srgbClr val="14293E"/>
                </a:solidFill>
                <a:latin typeface="DejaVu Sans"/>
                <a:ea typeface="DejaVu Sans"/>
                <a:cs typeface="DejaVu Sans"/>
              </a:defRPr>
            </a:lvl2pPr>
            <a:lvl3pPr>
              <a:defRPr sz="3225" b="1">
                <a:solidFill>
                  <a:srgbClr val="14293E"/>
                </a:solidFill>
                <a:latin typeface="DejaVu Sans"/>
                <a:ea typeface="DejaVu Sans"/>
                <a:cs typeface="DejaVu Sans"/>
              </a:defRPr>
            </a:lvl3pPr>
            <a:lvl4pPr>
              <a:defRPr sz="3225" b="1">
                <a:solidFill>
                  <a:srgbClr val="14293E"/>
                </a:solidFill>
                <a:latin typeface="DejaVu Sans"/>
                <a:ea typeface="DejaVu Sans"/>
                <a:cs typeface="DejaVu Sans"/>
              </a:defRPr>
            </a:lvl4pPr>
            <a:lvl5pPr>
              <a:defRPr sz="3225" b="1">
                <a:solidFill>
                  <a:srgbClr val="14293E"/>
                </a:solidFill>
                <a:latin typeface="DejaVu Sans"/>
                <a:ea typeface="DejaVu Sans"/>
                <a:cs typeface="DejaVu Sans"/>
              </a:defRPr>
            </a:lvl5pPr>
            <a:lvl6pPr>
              <a:defRPr sz="3225" b="1">
                <a:solidFill>
                  <a:srgbClr val="14293E"/>
                </a:solidFill>
                <a:latin typeface="DejaVu Sans"/>
                <a:ea typeface="DejaVu Sans"/>
                <a:cs typeface="DejaVu Sans"/>
              </a:defRPr>
            </a:lvl6pPr>
            <a:lvl7pPr>
              <a:defRPr sz="3225" b="1">
                <a:solidFill>
                  <a:srgbClr val="14293E"/>
                </a:solidFill>
                <a:latin typeface="DejaVu Sans"/>
                <a:ea typeface="DejaVu Sans"/>
                <a:cs typeface="DejaVu Sans"/>
              </a:defRPr>
            </a:lvl7pPr>
            <a:lvl8pPr>
              <a:defRPr sz="3225" b="1">
                <a:solidFill>
                  <a:srgbClr val="14293E"/>
                </a:solidFill>
                <a:latin typeface="DejaVu Sans"/>
                <a:ea typeface="DejaVu Sans"/>
                <a:cs typeface="DejaVu Sans"/>
              </a:defRPr>
            </a:lvl8pPr>
            <a:lvl9pPr>
              <a:defRPr sz="3225" b="1">
                <a:solidFill>
                  <a:srgbClr val="14293E"/>
                </a:solidFill>
                <a:latin typeface="DejaVu Sans"/>
                <a:ea typeface="DejaVu Sans"/>
                <a:cs typeface="DejaVu Sans"/>
              </a:defRPr>
            </a:lvl9pPr>
          </a:lstStyle>
          <a:p xmlns:a="http://schemas.openxmlformats.org/drawingml/2006/main">
            <a:pPr>
              <a:defRPr sz="3225" b="1">
                <a:solidFill>
                  <a:srgbClr val="14293E"/>
                </a:solidFill>
                <a:latin typeface="DejaVu Sans"/>
                <a:ea typeface="DejaVu Sans"/>
                <a:cs typeface="DejaVu Sans"/>
              </a:defRPr>
            </a:pPr>
            <a:r>
              <a:rPr sz="3225" b="1">
                <a:solidFill>
                  <a:srgbClr val="14293E"/>
                </a:solidFill>
                <a:latin typeface="DejaVu Sans"/>
                <a:ea typeface="DejaVu Sans"/>
                <a:cs typeface="DejaVu Sans"/>
              </a:rPr>
              <a:t>Les limites connues</a:t>
            </a:r>
          </a:p>
        </p:txBody>
      </p:sp>
      <p:sp>
        <p:nvSpPr>
          <p:cNvPr id="2" name="subtitle">
            <a:extLst xmlns:a="http://schemas.openxmlformats.org/drawingml/2006/main">
              <a:ext uri="{FF2B5EF4-FFF2-40B4-BE49-F238E27FC236}">
                <a16:creationId xmlns:a16="http://schemas.microsoft.com/office/drawing/2014/main" id="{C8D46767-24B4-4C4B-9E3A-90292B554AD8}"/>
              </a:ext>
            </a:extLst>
          </p:cNvPr>
          <p:cNvSpPr>
            <a:spLocks xmlns:a="http://schemas.openxmlformats.org/drawingml/2006/main" noGrp="1"/>
          </p:cNvSpPr>
          <p:nvPr/>
        </p:nvSpPr>
        <p:spPr>
          <a:xfrm xmlns:a="http://schemas.openxmlformats.org/drawingml/2006/main">
            <a:off x="628650" y="1114425"/>
            <a:ext cx="1091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579"/>
                </a:solidFill>
                <a:latin typeface="DejaVu Sans"/>
                <a:ea typeface="DejaVu Sans"/>
                <a:cs typeface="DejaVu Sans"/>
              </a:defRPr>
            </a:defPPr>
            <a:lvl1pPr>
              <a:defRPr sz="1800" b="0">
                <a:solidFill>
                  <a:srgbClr val="526579"/>
                </a:solidFill>
                <a:latin typeface="DejaVu Sans"/>
                <a:ea typeface="DejaVu Sans"/>
                <a:cs typeface="DejaVu Sans"/>
              </a:defRPr>
            </a:lvl1pPr>
            <a:lvl2pPr>
              <a:defRPr sz="1800" b="0">
                <a:solidFill>
                  <a:srgbClr val="526579"/>
                </a:solidFill>
                <a:latin typeface="DejaVu Sans"/>
                <a:ea typeface="DejaVu Sans"/>
                <a:cs typeface="DejaVu Sans"/>
              </a:defRPr>
            </a:lvl2pPr>
            <a:lvl3pPr>
              <a:defRPr sz="1800" b="0">
                <a:solidFill>
                  <a:srgbClr val="526579"/>
                </a:solidFill>
                <a:latin typeface="DejaVu Sans"/>
                <a:ea typeface="DejaVu Sans"/>
                <a:cs typeface="DejaVu Sans"/>
              </a:defRPr>
            </a:lvl3pPr>
            <a:lvl4pPr>
              <a:defRPr sz="1800" b="0">
                <a:solidFill>
                  <a:srgbClr val="526579"/>
                </a:solidFill>
                <a:latin typeface="DejaVu Sans"/>
                <a:ea typeface="DejaVu Sans"/>
                <a:cs typeface="DejaVu Sans"/>
              </a:defRPr>
            </a:lvl4pPr>
            <a:lvl5pPr>
              <a:defRPr sz="1800" b="0">
                <a:solidFill>
                  <a:srgbClr val="526579"/>
                </a:solidFill>
                <a:latin typeface="DejaVu Sans"/>
                <a:ea typeface="DejaVu Sans"/>
                <a:cs typeface="DejaVu Sans"/>
              </a:defRPr>
            </a:lvl5pPr>
            <a:lvl6pPr>
              <a:defRPr sz="1800" b="0">
                <a:solidFill>
                  <a:srgbClr val="526579"/>
                </a:solidFill>
                <a:latin typeface="DejaVu Sans"/>
                <a:ea typeface="DejaVu Sans"/>
                <a:cs typeface="DejaVu Sans"/>
              </a:defRPr>
            </a:lvl6pPr>
            <a:lvl7pPr>
              <a:defRPr sz="1800" b="0">
                <a:solidFill>
                  <a:srgbClr val="526579"/>
                </a:solidFill>
                <a:latin typeface="DejaVu Sans"/>
                <a:ea typeface="DejaVu Sans"/>
                <a:cs typeface="DejaVu Sans"/>
              </a:defRPr>
            </a:lvl7pPr>
            <a:lvl8pPr>
              <a:defRPr sz="1800" b="0">
                <a:solidFill>
                  <a:srgbClr val="526579"/>
                </a:solidFill>
                <a:latin typeface="DejaVu Sans"/>
                <a:ea typeface="DejaVu Sans"/>
                <a:cs typeface="DejaVu Sans"/>
              </a:defRPr>
            </a:lvl8pPr>
            <a:lvl9pPr>
              <a:defRPr sz="1800" b="0">
                <a:solidFill>
                  <a:srgbClr val="526579"/>
                </a:solidFill>
                <a:latin typeface="DejaVu Sans"/>
                <a:ea typeface="DejaVu Sans"/>
                <a:cs typeface="DejaVu Sans"/>
              </a:defRPr>
            </a:lvl9pPr>
          </a:lstStyle>
          <a:p xmlns:a="http://schemas.openxmlformats.org/drawingml/2006/main">
            <a:pPr>
              <a:defRPr sz="1800" b="0">
                <a:solidFill>
                  <a:srgbClr val="526579"/>
                </a:solidFill>
                <a:latin typeface="DejaVu Sans"/>
                <a:ea typeface="DejaVu Sans"/>
                <a:cs typeface="DejaVu Sans"/>
              </a:defRPr>
            </a:pPr>
            <a:r>
              <a:rPr sz="1800" b="0">
                <a:solidFill>
                  <a:srgbClr val="526579"/>
                </a:solidFill>
                <a:latin typeface="DejaVu Sans"/>
                <a:ea typeface="DejaVu Sans"/>
                <a:cs typeface="DejaVu Sans"/>
              </a:rPr>
              <a:t>Une sauvegarde réussie ne prouve pas, à elle seule, que toute la demande est satisfaite</a:t>
            </a:r>
          </a:p>
        </p:txBody>
      </p:sp>
      <p:sp>
        <p:nvSpPr>
          <p:cNvPr id="3" name="footer">
            <a:extLst xmlns:a="http://schemas.openxmlformats.org/drawingml/2006/main">
              <a:ext uri="{FF2B5EF4-FFF2-40B4-BE49-F238E27FC236}">
                <a16:creationId xmlns:a16="http://schemas.microsoft.com/office/drawing/2014/main" id="{DF9D0F73-811B-4C86-9544-A9C5820CCBA0}"/>
              </a:ext>
            </a:extLst>
          </p:cNvPr>
          <p:cNvSpPr>
            <a:spLocks xmlns:a="http://schemas.openxmlformats.org/drawingml/2006/main" noGrp="1"/>
          </p:cNvSpPr>
          <p:nvPr/>
        </p:nvSpPr>
        <p:spPr>
          <a:xfrm xmlns:a="http://schemas.openxmlformats.org/drawingml/2006/main">
            <a:off x="628650" y="6429375"/>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579"/>
                </a:solidFill>
                <a:latin typeface="DejaVu Sans"/>
                <a:ea typeface="DejaVu Sans"/>
                <a:cs typeface="DejaVu Sans"/>
              </a:defRPr>
            </a:defPPr>
            <a:lvl1pPr>
              <a:defRPr sz="1200" b="0">
                <a:solidFill>
                  <a:srgbClr val="526579"/>
                </a:solidFill>
                <a:latin typeface="DejaVu Sans"/>
                <a:ea typeface="DejaVu Sans"/>
                <a:cs typeface="DejaVu Sans"/>
              </a:defRPr>
            </a:lvl1pPr>
            <a:lvl2pPr>
              <a:defRPr sz="1200" b="0">
                <a:solidFill>
                  <a:srgbClr val="526579"/>
                </a:solidFill>
                <a:latin typeface="DejaVu Sans"/>
                <a:ea typeface="DejaVu Sans"/>
                <a:cs typeface="DejaVu Sans"/>
              </a:defRPr>
            </a:lvl2pPr>
            <a:lvl3pPr>
              <a:defRPr sz="1200" b="0">
                <a:solidFill>
                  <a:srgbClr val="526579"/>
                </a:solidFill>
                <a:latin typeface="DejaVu Sans"/>
                <a:ea typeface="DejaVu Sans"/>
                <a:cs typeface="DejaVu Sans"/>
              </a:defRPr>
            </a:lvl3pPr>
            <a:lvl4pPr>
              <a:defRPr sz="1200" b="0">
                <a:solidFill>
                  <a:srgbClr val="526579"/>
                </a:solidFill>
                <a:latin typeface="DejaVu Sans"/>
                <a:ea typeface="DejaVu Sans"/>
                <a:cs typeface="DejaVu Sans"/>
              </a:defRPr>
            </a:lvl4pPr>
            <a:lvl5pPr>
              <a:defRPr sz="1200" b="0">
                <a:solidFill>
                  <a:srgbClr val="526579"/>
                </a:solidFill>
                <a:latin typeface="DejaVu Sans"/>
                <a:ea typeface="DejaVu Sans"/>
                <a:cs typeface="DejaVu Sans"/>
              </a:defRPr>
            </a:lvl5pPr>
            <a:lvl6pPr>
              <a:defRPr sz="1200" b="0">
                <a:solidFill>
                  <a:srgbClr val="526579"/>
                </a:solidFill>
                <a:latin typeface="DejaVu Sans"/>
                <a:ea typeface="DejaVu Sans"/>
                <a:cs typeface="DejaVu Sans"/>
              </a:defRPr>
            </a:lvl6pPr>
            <a:lvl7pPr>
              <a:defRPr sz="1200" b="0">
                <a:solidFill>
                  <a:srgbClr val="526579"/>
                </a:solidFill>
                <a:latin typeface="DejaVu Sans"/>
                <a:ea typeface="DejaVu Sans"/>
                <a:cs typeface="DejaVu Sans"/>
              </a:defRPr>
            </a:lvl7pPr>
            <a:lvl8pPr>
              <a:defRPr sz="1200" b="0">
                <a:solidFill>
                  <a:srgbClr val="526579"/>
                </a:solidFill>
                <a:latin typeface="DejaVu Sans"/>
                <a:ea typeface="DejaVu Sans"/>
                <a:cs typeface="DejaVu Sans"/>
              </a:defRPr>
            </a:lvl8pPr>
            <a:lvl9pPr>
              <a:defRPr sz="1200" b="0">
                <a:solidFill>
                  <a:srgbClr val="526579"/>
                </a:solidFill>
                <a:latin typeface="DejaVu Sans"/>
                <a:ea typeface="DejaVu Sans"/>
                <a:cs typeface="DejaVu Sans"/>
              </a:defRPr>
            </a:lvl9pPr>
          </a:lstStyle>
          <a:p xmlns:a="http://schemas.openxmlformats.org/drawingml/2006/main">
            <a:pPr>
              <a:defRPr sz="1200" b="0">
                <a:solidFill>
                  <a:srgbClr val="526579"/>
                </a:solidFill>
                <a:latin typeface="DejaVu Sans"/>
                <a:ea typeface="DejaVu Sans"/>
                <a:cs typeface="DejaVu Sans"/>
              </a:defRPr>
            </a:pPr>
            <a:r>
              <a:rPr sz="1200" b="0">
                <a:solidFill>
                  <a:srgbClr val="526579"/>
                </a:solidFill>
                <a:latin typeface="DejaVu Sans"/>
                <a:ea typeface="DejaVu Sans"/>
                <a:cs typeface="DejaVu Sans"/>
              </a:rPr>
              <a:t>Assistant interne · État fonctionnel · 27 octobre 2026</a:t>
            </a:r>
          </a:p>
        </p:txBody>
      </p:sp>
      <p:sp>
        <p:nvSpPr>
          <p:cNvPr id="4" name="page">
            <a:extLst xmlns:a="http://schemas.openxmlformats.org/drawingml/2006/main">
              <a:ext uri="{FF2B5EF4-FFF2-40B4-BE49-F238E27FC236}">
                <a16:creationId xmlns:a16="http://schemas.microsoft.com/office/drawing/2014/main" id="{514940F5-2FA6-4044-A19D-89B7B21087B1}"/>
              </a:ext>
            </a:extLst>
          </p:cNvPr>
          <p:cNvSpPr>
            <a:spLocks xmlns:a="http://schemas.openxmlformats.org/drawingml/2006/main" noGrp="1"/>
          </p:cNvSpPr>
          <p:nvPr/>
        </p:nvSpPr>
        <p:spPr>
          <a:xfrm xmlns:a="http://schemas.openxmlformats.org/drawingml/2006/main">
            <a:off x="11096625" y="63912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126A85"/>
                </a:solidFill>
                <a:latin typeface="DejaVu Sans"/>
                <a:ea typeface="DejaVu Sans"/>
                <a:cs typeface="DejaVu Sans"/>
              </a:defRPr>
            </a:defPPr>
            <a:lvl1pPr>
              <a:defRPr sz="1650" b="1">
                <a:solidFill>
                  <a:srgbClr val="126A85"/>
                </a:solidFill>
                <a:latin typeface="DejaVu Sans"/>
                <a:ea typeface="DejaVu Sans"/>
                <a:cs typeface="DejaVu Sans"/>
              </a:defRPr>
            </a:lvl1pPr>
            <a:lvl2pPr>
              <a:defRPr sz="1650" b="1">
                <a:solidFill>
                  <a:srgbClr val="126A85"/>
                </a:solidFill>
                <a:latin typeface="DejaVu Sans"/>
                <a:ea typeface="DejaVu Sans"/>
                <a:cs typeface="DejaVu Sans"/>
              </a:defRPr>
            </a:lvl2pPr>
            <a:lvl3pPr>
              <a:defRPr sz="1650" b="1">
                <a:solidFill>
                  <a:srgbClr val="126A85"/>
                </a:solidFill>
                <a:latin typeface="DejaVu Sans"/>
                <a:ea typeface="DejaVu Sans"/>
                <a:cs typeface="DejaVu Sans"/>
              </a:defRPr>
            </a:lvl3pPr>
            <a:lvl4pPr>
              <a:defRPr sz="1650" b="1">
                <a:solidFill>
                  <a:srgbClr val="126A85"/>
                </a:solidFill>
                <a:latin typeface="DejaVu Sans"/>
                <a:ea typeface="DejaVu Sans"/>
                <a:cs typeface="DejaVu Sans"/>
              </a:defRPr>
            </a:lvl4pPr>
            <a:lvl5pPr>
              <a:defRPr sz="1650" b="1">
                <a:solidFill>
                  <a:srgbClr val="126A85"/>
                </a:solidFill>
                <a:latin typeface="DejaVu Sans"/>
                <a:ea typeface="DejaVu Sans"/>
                <a:cs typeface="DejaVu Sans"/>
              </a:defRPr>
            </a:lvl5pPr>
            <a:lvl6pPr>
              <a:defRPr sz="1650" b="1">
                <a:solidFill>
                  <a:srgbClr val="126A85"/>
                </a:solidFill>
                <a:latin typeface="DejaVu Sans"/>
                <a:ea typeface="DejaVu Sans"/>
                <a:cs typeface="DejaVu Sans"/>
              </a:defRPr>
            </a:lvl6pPr>
            <a:lvl7pPr>
              <a:defRPr sz="1650" b="1">
                <a:solidFill>
                  <a:srgbClr val="126A85"/>
                </a:solidFill>
                <a:latin typeface="DejaVu Sans"/>
                <a:ea typeface="DejaVu Sans"/>
                <a:cs typeface="DejaVu Sans"/>
              </a:defRPr>
            </a:lvl7pPr>
            <a:lvl8pPr>
              <a:defRPr sz="1650" b="1">
                <a:solidFill>
                  <a:srgbClr val="126A85"/>
                </a:solidFill>
                <a:latin typeface="DejaVu Sans"/>
                <a:ea typeface="DejaVu Sans"/>
                <a:cs typeface="DejaVu Sans"/>
              </a:defRPr>
            </a:lvl8pPr>
            <a:lvl9pPr>
              <a:defRPr sz="1650" b="1">
                <a:solidFill>
                  <a:srgbClr val="126A85"/>
                </a:solidFill>
                <a:latin typeface="DejaVu Sans"/>
                <a:ea typeface="DejaVu Sans"/>
                <a:cs typeface="DejaVu Sans"/>
              </a:defRPr>
            </a:lvl9pPr>
          </a:lstStyle>
          <a:p xmlns:a="http://schemas.openxmlformats.org/drawingml/2006/main">
            <a:pPr>
              <a:defRPr sz="1650" b="1">
                <a:solidFill>
                  <a:srgbClr val="126A85"/>
                </a:solidFill>
                <a:latin typeface="DejaVu Sans"/>
                <a:ea typeface="DejaVu Sans"/>
                <a:cs typeface="DejaVu Sans"/>
              </a:defRPr>
            </a:pPr>
            <a:r>
              <a:rPr sz="1650" b="1">
                <a:solidFill>
                  <a:srgbClr val="126A85"/>
                </a:solidFill>
                <a:latin typeface="DejaVu Sans"/>
                <a:ea typeface="DejaVu Sans"/>
                <a:cs typeface="DejaVu Sans"/>
              </a:rPr>
              <a:t>05</a:t>
            </a:r>
          </a:p>
        </p:txBody>
      </p:sp>
      <p:graphicFrame>
        <p:nvGraphicFramePr>
          <p:cNvPr id="5" name="">
            <a:extLst xmlns:a="http://schemas.openxmlformats.org/drawingml/2006/main">
              <a:ext uri="{FF2B5EF4-FFF2-40B4-BE49-F238E27FC236}">
                <a16:creationId xmlns:a16="http://schemas.microsoft.com/office/drawing/2014/main" id="{EFFC4CBF-7F3A-4D4C-9040-0A2AFCAE75BC}"/>
              </a:ext>
            </a:extLst>
          </p:cNvPr>
          <p:cNvGraphicFramePr/>
          <p:nvPr/>
        </p:nvGraphicFramePr>
        <p:xfrm>
          <a:off xmlns:a="http://schemas.openxmlformats.org/drawingml/2006/main" x="609600" y="1809750"/>
          <a:ext xmlns:a="http://schemas.openxmlformats.org/drawingml/2006/main" cx="10972800" cy="4048125"/>
        </p:xfrm>
        <a:graphic xmlns:a="http://schemas.openxmlformats.org/drawingml/2006/main">
          <a:graphicData uri="http://schemas.openxmlformats.org/drawingml/2006/table">
            <a:tbl>
              <a:tblPr/>
              <a:tblGrid>
                <a:gridCol w="3810000"/>
                <a:gridCol w="7162800"/>
              </a:tblGrid>
              <a:tr h="674688">
                <a:tc>
                  <a:txBody>
                    <a:bodyPr/>
                    <a:lstStyle/>
                    <a:p>
                      <a:r>
                        <a:rPr sz="1650" b="1">
                          <a:solidFill>
                            <a:srgbClr val="FFFFFF"/>
                          </a:solidFill>
                          <a:latin typeface="DejaVu Sans"/>
                          <a:ea typeface="DejaVu Sans"/>
                          <a:cs typeface="DejaVu Sans"/>
                        </a:rPr>
                        <a:t>Point de vigilance</a:t>
                      </a:r>
                    </a:p>
                  </a:txBody>
                  <a:tcPr marL="91440" marR="91440" marT="45720" marB="45720">
                    <a:lnL w="6668">
                      <a:solidFill>
                        <a:srgbClr val="D8E1E9"/>
                      </a:solidFill>
                      <a:prstDash val="solid"/>
                    </a:lnL>
                    <a:lnR w="6668">
                      <a:solidFill>
                        <a:srgbClr val="D8E1E9"/>
                      </a:solidFill>
                      <a:prstDash val="solid"/>
                    </a:lnR>
                    <a:lnT w="6668">
                      <a:solidFill>
                        <a:srgbClr val="D8E1E9"/>
                      </a:solidFill>
                      <a:prstDash val="solid"/>
                    </a:lnT>
                    <a:lnB w="6668">
                      <a:solidFill>
                        <a:srgbClr val="D8E1E9"/>
                      </a:solidFill>
                      <a:prstDash val="solid"/>
                    </a:lnB>
                    <a:solidFill>
                      <a:srgbClr val="14293E"/>
                    </a:solidFill>
                  </a:tcPr>
                </a:tc>
                <a:tc>
                  <a:txBody>
                    <a:bodyPr/>
                    <a:lstStyle/>
                    <a:p>
                      <a:r>
                        <a:rPr sz="1650" b="1">
                          <a:solidFill>
                            <a:srgbClr val="FFFFFF"/>
                          </a:solidFill>
                          <a:latin typeface="DejaVu Sans"/>
                          <a:ea typeface="DejaVu Sans"/>
                          <a:cs typeface="DejaVu Sans"/>
                        </a:rPr>
                        <a:t>Conséquence pour l’utilisateur</a:t>
                      </a:r>
                    </a:p>
                  </a:txBody>
                  <a:tcPr marL="91440" marR="91440" marT="45720" marB="45720">
                    <a:lnR w="6668">
                      <a:solidFill>
                        <a:srgbClr val="D8E1E9"/>
                      </a:solidFill>
                      <a:prstDash val="solid"/>
                    </a:lnR>
                    <a:lnT w="6668">
                      <a:solidFill>
                        <a:srgbClr val="D8E1E9"/>
                      </a:solidFill>
                      <a:prstDash val="solid"/>
                    </a:lnT>
                    <a:lnB w="6668">
                      <a:solidFill>
                        <a:srgbClr val="D8E1E9"/>
                      </a:solidFill>
                      <a:prstDash val="solid"/>
                    </a:lnB>
                    <a:solidFill>
                      <a:srgbClr val="14293E"/>
                    </a:solidFill>
                  </a:tcPr>
                </a:tc>
              </a:tr>
              <a:tr h="674688">
                <a:tc>
                  <a:txBody>
                    <a:bodyPr/>
                    <a:lstStyle/>
                    <a:p>
                      <a:r>
                        <a:rPr sz="1725" b="1">
                          <a:solidFill>
                            <a:srgbClr val="14293E"/>
                          </a:solidFill>
                          <a:latin typeface="DejaVu Sans"/>
                          <a:ea typeface="DejaVu Sans"/>
                          <a:cs typeface="DejaVu Sans"/>
                        </a:rPr>
                        <a:t>Choix des outils et arguments</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FFFFF"/>
                    </a:solidFill>
                  </a:tcPr>
                </a:tc>
                <a:tc>
                  <a:txBody>
                    <a:bodyPr/>
                    <a:lstStyle/>
                    <a:p>
                      <a:r>
                        <a:rPr sz="1725" b="0">
                          <a:solidFill>
                            <a:srgbClr val="14293E"/>
                          </a:solidFill>
                          <a:latin typeface="DejaVu Sans"/>
                          <a:ea typeface="DejaVu Sans"/>
                          <a:cs typeface="DejaVu Sans"/>
                        </a:rPr>
                        <a:t>Détours et appels répétés possibles malgré les profils spécialisés</a:t>
                      </a:r>
                    </a:p>
                  </a:txBody>
                  <a:tcPr marL="91440" marR="91440" marT="45720" marB="45720">
                    <a:lnR w="6668">
                      <a:solidFill>
                        <a:srgbClr val="D8E1E9"/>
                      </a:solidFill>
                      <a:prstDash val="solid"/>
                    </a:lnR>
                    <a:lnB w="6668">
                      <a:solidFill>
                        <a:srgbClr val="D8E1E9"/>
                      </a:solidFill>
                      <a:prstDash val="solid"/>
                    </a:lnB>
                    <a:solidFill>
                      <a:srgbClr val="FFFFFF"/>
                    </a:solidFill>
                  </a:tcPr>
                </a:tc>
              </a:tr>
              <a:tr h="674688">
                <a:tc>
                  <a:txBody>
                    <a:bodyPr/>
                    <a:lstStyle/>
                    <a:p>
                      <a:r>
                        <a:rPr sz="1725" b="1">
                          <a:solidFill>
                            <a:srgbClr val="14293E"/>
                          </a:solidFill>
                          <a:latin typeface="DejaVu Sans"/>
                          <a:ea typeface="DejaVu Sans"/>
                          <a:cs typeface="DejaVu Sans"/>
                        </a:rPr>
                        <a:t>Vérification des modifications</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0F4F7"/>
                    </a:solidFill>
                  </a:tcPr>
                </a:tc>
                <a:tc>
                  <a:txBody>
                    <a:bodyPr/>
                    <a:lstStyle/>
                    <a:p>
                      <a:r>
                        <a:rPr sz="1725" b="0">
                          <a:solidFill>
                            <a:srgbClr val="14293E"/>
                          </a:solidFill>
                          <a:latin typeface="DejaVu Sans"/>
                          <a:ea typeface="DejaVu Sans"/>
                          <a:cs typeface="DejaVu Sans"/>
                        </a:rPr>
                        <a:t>Contrôle limité aux critères fournis. Une coche verte ne suffit pas</a:t>
                      </a:r>
                    </a:p>
                  </a:txBody>
                  <a:tcPr marL="91440" marR="91440" marT="45720" marB="45720">
                    <a:lnR w="6668">
                      <a:solidFill>
                        <a:srgbClr val="D8E1E9"/>
                      </a:solidFill>
                      <a:prstDash val="solid"/>
                    </a:lnR>
                    <a:lnB w="6668">
                      <a:solidFill>
                        <a:srgbClr val="D8E1E9"/>
                      </a:solidFill>
                      <a:prstDash val="solid"/>
                    </a:lnB>
                    <a:solidFill>
                      <a:srgbClr val="F0F4F7"/>
                    </a:solidFill>
                  </a:tcPr>
                </a:tc>
              </a:tr>
              <a:tr h="674688">
                <a:tc>
                  <a:txBody>
                    <a:bodyPr/>
                    <a:lstStyle/>
                    <a:p>
                      <a:r>
                        <a:rPr sz="1725" b="1">
                          <a:solidFill>
                            <a:srgbClr val="14293E"/>
                          </a:solidFill>
                          <a:latin typeface="DejaVu Sans"/>
                          <a:ea typeface="DejaVu Sans"/>
                          <a:cs typeface="DejaVu Sans"/>
                        </a:rPr>
                        <a:t>Lectures et recherches bornées</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FFFFF"/>
                    </a:solidFill>
                  </a:tcPr>
                </a:tc>
                <a:tc>
                  <a:txBody>
                    <a:bodyPr/>
                    <a:lstStyle/>
                    <a:p>
                      <a:r>
                        <a:rPr sz="1725" b="0">
                          <a:solidFill>
                            <a:srgbClr val="14293E"/>
                          </a:solidFill>
                          <a:latin typeface="DejaVu Sans"/>
                          <a:ea typeface="DejaVu Sans"/>
                          <a:cs typeface="DejaVu Sans"/>
                        </a:rPr>
                        <a:t>12 000 caractères / 120 résultats ou lignes / 1 000 fichiers / 2 Mo¹</a:t>
                      </a:r>
                    </a:p>
                  </a:txBody>
                  <a:tcPr marL="91440" marR="91440" marT="45720" marB="45720">
                    <a:lnR w="6668">
                      <a:solidFill>
                        <a:srgbClr val="D8E1E9"/>
                      </a:solidFill>
                      <a:prstDash val="solid"/>
                    </a:lnR>
                    <a:lnB w="6668">
                      <a:solidFill>
                        <a:srgbClr val="D8E1E9"/>
                      </a:solidFill>
                      <a:prstDash val="solid"/>
                    </a:lnB>
                    <a:solidFill>
                      <a:srgbClr val="FFFFFF"/>
                    </a:solidFill>
                  </a:tcPr>
                </a:tc>
              </a:tr>
              <a:tr h="674688">
                <a:tc>
                  <a:txBody>
                    <a:bodyPr/>
                    <a:lstStyle/>
                    <a:p>
                      <a:r>
                        <a:rPr sz="1725" b="1">
                          <a:solidFill>
                            <a:srgbClr val="14293E"/>
                          </a:solidFill>
                          <a:latin typeface="DejaVu Sans"/>
                          <a:ea typeface="DejaVu Sans"/>
                          <a:cs typeface="DejaVu Sans"/>
                        </a:rPr>
                        <a:t>Écritures et reprise</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0F4F7"/>
                    </a:solidFill>
                  </a:tcPr>
                </a:tc>
                <a:tc>
                  <a:txBody>
                    <a:bodyPr/>
                    <a:lstStyle/>
                    <a:p>
                      <a:r>
                        <a:rPr sz="1725" b="0">
                          <a:solidFill>
                            <a:srgbClr val="14293E"/>
                          </a:solidFill>
                          <a:latin typeface="DejaVu Sans"/>
                          <a:ea typeface="DejaVu Sans"/>
                          <a:cs typeface="DejaVu Sans"/>
                        </a:rPr>
                        <a:t>Conflits de version bloquants, batch sans annulation globale</a:t>
                      </a:r>
                    </a:p>
                  </a:txBody>
                  <a:tcPr marL="91440" marR="91440" marT="45720" marB="45720">
                    <a:lnR w="6668">
                      <a:solidFill>
                        <a:srgbClr val="D8E1E9"/>
                      </a:solidFill>
                      <a:prstDash val="solid"/>
                    </a:lnR>
                    <a:lnB w="6668">
                      <a:solidFill>
                        <a:srgbClr val="D8E1E9"/>
                      </a:solidFill>
                      <a:prstDash val="solid"/>
                    </a:lnB>
                    <a:solidFill>
                      <a:srgbClr val="F0F4F7"/>
                    </a:solidFill>
                  </a:tcPr>
                </a:tc>
              </a:tr>
              <a:tr h="674688">
                <a:tc>
                  <a:txBody>
                    <a:bodyPr/>
                    <a:lstStyle/>
                    <a:p>
                      <a:r>
                        <a:rPr sz="1725" b="1">
                          <a:solidFill>
                            <a:srgbClr val="14293E"/>
                          </a:solidFill>
                          <a:latin typeface="DejaVu Sans"/>
                          <a:ea typeface="DejaVu Sans"/>
                          <a:cs typeface="DejaVu Sans"/>
                        </a:rPr>
                        <a:t>Mémoire et nouveaux correctifs</a:t>
                      </a:r>
                    </a:p>
                  </a:txBody>
                  <a:tcPr marL="91440" marR="91440" marT="45720" marB="45720">
                    <a:lnL w="6668">
                      <a:solidFill>
                        <a:srgbClr val="D8E1E9"/>
                      </a:solidFill>
                      <a:prstDash val="solid"/>
                    </a:lnL>
                    <a:lnR w="6668">
                      <a:solidFill>
                        <a:srgbClr val="D8E1E9"/>
                      </a:solidFill>
                      <a:prstDash val="solid"/>
                    </a:lnR>
                    <a:lnB w="6668">
                      <a:solidFill>
                        <a:srgbClr val="D8E1E9"/>
                      </a:solidFill>
                      <a:prstDash val="solid"/>
                    </a:lnB>
                    <a:solidFill>
                      <a:srgbClr val="FFFFFF"/>
                    </a:solidFill>
                  </a:tcPr>
                </a:tc>
                <a:tc>
                  <a:txBody>
                    <a:bodyPr/>
                    <a:lstStyle/>
                    <a:p>
                      <a:r>
                        <a:rPr sz="1725" b="0">
                          <a:solidFill>
                            <a:srgbClr val="14293E"/>
                          </a:solidFill>
                          <a:latin typeface="DejaVu Sans"/>
                          <a:ea typeface="DejaVu Sans"/>
                          <a:cs typeface="DejaVu Sans"/>
                        </a:rPr>
                        <a:t>Reprise explicite. Document, tests et références restent à valider</a:t>
                      </a:r>
                    </a:p>
                  </a:txBody>
                  <a:tcPr marL="91440" marR="91440" marT="45720" marB="45720">
                    <a:lnR w="6668">
                      <a:solidFill>
                        <a:srgbClr val="D8E1E9"/>
                      </a:solidFill>
                      <a:prstDash val="solid"/>
                    </a:lnR>
                    <a:lnB w="6668">
                      <a:solidFill>
                        <a:srgbClr val="D8E1E9"/>
                      </a:solidFill>
                      <a:prstDash val="solid"/>
                    </a:lnB>
                    <a:solidFill>
                      <a:srgbClr val="FFFFFF"/>
                    </a:solidFill>
                  </a:tcPr>
                </a:tc>
              </a:tr>
            </a:tbl>
          </a:graphicData>
        </a:graphic>
      </p:graphicFrame>
      <p:sp>
        <p:nvSpPr>
          <p:cNvPr id="6" name="limits">
            <a:extLst xmlns:a="http://schemas.openxmlformats.org/drawingml/2006/main">
              <a:ext uri="{FF2B5EF4-FFF2-40B4-BE49-F238E27FC236}">
                <a16:creationId xmlns:a16="http://schemas.microsoft.com/office/drawing/2014/main" id="{61DEA932-96F0-443D-BDB1-563F9372843C}"/>
              </a:ext>
            </a:extLst>
          </p:cNvPr>
          <p:cNvSpPr>
            <a:spLocks xmlns:a="http://schemas.openxmlformats.org/drawingml/2006/main" noGrp="1"/>
          </p:cNvSpPr>
          <p:nvPr/>
        </p:nvSpPr>
        <p:spPr>
          <a:xfrm xmlns:a="http://schemas.openxmlformats.org/drawingml/2006/main">
            <a:off x="628650" y="600075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A35B15"/>
                </a:solidFill>
                <a:latin typeface="DejaVu Sans"/>
                <a:ea typeface="DejaVu Sans"/>
                <a:cs typeface="DejaVu Sans"/>
              </a:defRPr>
            </a:defPPr>
            <a:lvl1pPr>
              <a:defRPr sz="1575" b="0">
                <a:solidFill>
                  <a:srgbClr val="A35B15"/>
                </a:solidFill>
                <a:latin typeface="DejaVu Sans"/>
                <a:ea typeface="DejaVu Sans"/>
                <a:cs typeface="DejaVu Sans"/>
              </a:defRPr>
            </a:lvl1pPr>
            <a:lvl2pPr>
              <a:defRPr sz="1575" b="0">
                <a:solidFill>
                  <a:srgbClr val="A35B15"/>
                </a:solidFill>
                <a:latin typeface="DejaVu Sans"/>
                <a:ea typeface="DejaVu Sans"/>
                <a:cs typeface="DejaVu Sans"/>
              </a:defRPr>
            </a:lvl2pPr>
            <a:lvl3pPr>
              <a:defRPr sz="1575" b="0">
                <a:solidFill>
                  <a:srgbClr val="A35B15"/>
                </a:solidFill>
                <a:latin typeface="DejaVu Sans"/>
                <a:ea typeface="DejaVu Sans"/>
                <a:cs typeface="DejaVu Sans"/>
              </a:defRPr>
            </a:lvl3pPr>
            <a:lvl4pPr>
              <a:defRPr sz="1575" b="0">
                <a:solidFill>
                  <a:srgbClr val="A35B15"/>
                </a:solidFill>
                <a:latin typeface="DejaVu Sans"/>
                <a:ea typeface="DejaVu Sans"/>
                <a:cs typeface="DejaVu Sans"/>
              </a:defRPr>
            </a:lvl4pPr>
            <a:lvl5pPr>
              <a:defRPr sz="1575" b="0">
                <a:solidFill>
                  <a:srgbClr val="A35B15"/>
                </a:solidFill>
                <a:latin typeface="DejaVu Sans"/>
                <a:ea typeface="DejaVu Sans"/>
                <a:cs typeface="DejaVu Sans"/>
              </a:defRPr>
            </a:lvl5pPr>
            <a:lvl6pPr>
              <a:defRPr sz="1575" b="0">
                <a:solidFill>
                  <a:srgbClr val="A35B15"/>
                </a:solidFill>
                <a:latin typeface="DejaVu Sans"/>
                <a:ea typeface="DejaVu Sans"/>
                <a:cs typeface="DejaVu Sans"/>
              </a:defRPr>
            </a:lvl6pPr>
            <a:lvl7pPr>
              <a:defRPr sz="1575" b="0">
                <a:solidFill>
                  <a:srgbClr val="A35B15"/>
                </a:solidFill>
                <a:latin typeface="DejaVu Sans"/>
                <a:ea typeface="DejaVu Sans"/>
                <a:cs typeface="DejaVu Sans"/>
              </a:defRPr>
            </a:lvl7pPr>
            <a:lvl8pPr>
              <a:defRPr sz="1575" b="0">
                <a:solidFill>
                  <a:srgbClr val="A35B15"/>
                </a:solidFill>
                <a:latin typeface="DejaVu Sans"/>
                <a:ea typeface="DejaVu Sans"/>
                <a:cs typeface="DejaVu Sans"/>
              </a:defRPr>
            </a:lvl8pPr>
            <a:lvl9pPr>
              <a:defRPr sz="1575" b="0">
                <a:solidFill>
                  <a:srgbClr val="A35B15"/>
                </a:solidFill>
                <a:latin typeface="DejaVu Sans"/>
                <a:ea typeface="DejaVu Sans"/>
                <a:cs typeface="DejaVu Sans"/>
              </a:defRPr>
            </a:lvl9pPr>
          </a:lstStyle>
          <a:p xmlns:a="http://schemas.openxmlformats.org/drawingml/2006/main">
            <a:pPr>
              <a:defRPr sz="1575" b="0">
                <a:solidFill>
                  <a:srgbClr val="A35B15"/>
                </a:solidFill>
                <a:latin typeface="DejaVu Sans"/>
                <a:ea typeface="DejaVu Sans"/>
                <a:cs typeface="DejaVu Sans"/>
              </a:defRPr>
            </a:pPr>
            <a:r>
              <a:rPr sz="1575" b="0">
                <a:solidFill>
                  <a:srgbClr val="A35B15"/>
                </a:solidFill>
                <a:latin typeface="DejaVu Sans"/>
                <a:ea typeface="DejaVu Sans"/>
                <a:cs typeface="DejaVu Sans"/>
              </a:rPr>
              <a:t>¹ Risque de contenu incomplet ou de fichiers ignorés. Les seuils restent en place.</a:t>
            </a:r>
          </a:p>
        </p:txBody>
      </p:sp>
    </p:spTree>
    <p:extLst>
      <p:ext uri="{BB962C8B-B14F-4D97-AF65-F5344CB8AC3E}">
        <p14:creationId xmlns:p14="http://schemas.microsoft.com/office/powerpoint/2010/main" val="1123366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2026-10-27T09:44:51.9720000Z</dcterms:created>
  <dcterms:modified xsi:type="dcterms:W3CDTF">2026-10-27T09:44:51.9720000Z</dcterms:modified>
</coreProperties>
</file>